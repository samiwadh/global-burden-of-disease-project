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58" r:id="rId7"/>
    <p:sldId id="27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4" r:id="rId21"/>
    <p:sldId id="275" r:id="rId22"/>
    <p:sldId id="277" r:id="rId23"/>
    <p:sldId id="276" r:id="rId24"/>
    <p:sldId id="278" r:id="rId25"/>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A9AC28-BA5A-47DF-B266-6AC5911B1A19}" v="111" dt="2025-11-29T18:57:11.6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mi7@campus.unimib.it" userId="5df77fbe-be00-408f-9fa8-a8e123ca5b90" providerId="ADAL" clId="{6198C274-2C42-4DAD-B768-DC14DD541DEA}"/>
    <pc:docChg chg="undo redo custSel addSld delSld modSld sldOrd">
      <pc:chgData name="a.sami7@campus.unimib.it" userId="5df77fbe-be00-408f-9fa8-a8e123ca5b90" providerId="ADAL" clId="{6198C274-2C42-4DAD-B768-DC14DD541DEA}" dt="2025-11-29T18:59:20.628" v="756" actId="1076"/>
      <pc:docMkLst>
        <pc:docMk/>
      </pc:docMkLst>
      <pc:sldChg chg="addSp delSp modSp mod">
        <pc:chgData name="a.sami7@campus.unimib.it" userId="5df77fbe-be00-408f-9fa8-a8e123ca5b90" providerId="ADAL" clId="{6198C274-2C42-4DAD-B768-DC14DD541DEA}" dt="2025-11-29T18:57:35.693" v="747" actId="14100"/>
        <pc:sldMkLst>
          <pc:docMk/>
          <pc:sldMk cId="0" sldId="256"/>
        </pc:sldMkLst>
        <pc:spChg chg="del">
          <ac:chgData name="a.sami7@campus.unimib.it" userId="5df77fbe-be00-408f-9fa8-a8e123ca5b90" providerId="ADAL" clId="{6198C274-2C42-4DAD-B768-DC14DD541DEA}" dt="2025-11-29T18:51:49.896" v="661" actId="478"/>
          <ac:spMkLst>
            <pc:docMk/>
            <pc:sldMk cId="0" sldId="256"/>
            <ac:spMk id="3" creationId="{00000000-0000-0000-0000-000000000000}"/>
          </ac:spMkLst>
        </pc:spChg>
        <pc:spChg chg="del mod">
          <ac:chgData name="a.sami7@campus.unimib.it" userId="5df77fbe-be00-408f-9fa8-a8e123ca5b90" providerId="ADAL" clId="{6198C274-2C42-4DAD-B768-DC14DD541DEA}" dt="2025-11-29T18:51:55.847" v="663" actId="21"/>
          <ac:spMkLst>
            <pc:docMk/>
            <pc:sldMk cId="0" sldId="256"/>
            <ac:spMk id="5" creationId="{00000000-0000-0000-0000-000000000000}"/>
          </ac:spMkLst>
        </pc:spChg>
        <pc:spChg chg="add del">
          <ac:chgData name="a.sami7@campus.unimib.it" userId="5df77fbe-be00-408f-9fa8-a8e123ca5b90" providerId="ADAL" clId="{6198C274-2C42-4DAD-B768-DC14DD541DEA}" dt="2025-11-29T18:51:28.629" v="653" actId="22"/>
          <ac:spMkLst>
            <pc:docMk/>
            <pc:sldMk cId="0" sldId="256"/>
            <ac:spMk id="8" creationId="{0E90CE35-73DD-27BE-66CC-0EB657555E48}"/>
          </ac:spMkLst>
        </pc:spChg>
        <pc:spChg chg="add del mod">
          <ac:chgData name="a.sami7@campus.unimib.it" userId="5df77fbe-be00-408f-9fa8-a8e123ca5b90" providerId="ADAL" clId="{6198C274-2C42-4DAD-B768-DC14DD541DEA}" dt="2025-11-29T18:51:52.768" v="662" actId="478"/>
          <ac:spMkLst>
            <pc:docMk/>
            <pc:sldMk cId="0" sldId="256"/>
            <ac:spMk id="12" creationId="{C3D409EA-0BAA-FA15-BBD8-CB2E6327FD63}"/>
          </ac:spMkLst>
        </pc:spChg>
        <pc:spChg chg="add mod">
          <ac:chgData name="a.sami7@campus.unimib.it" userId="5df77fbe-be00-408f-9fa8-a8e123ca5b90" providerId="ADAL" clId="{6198C274-2C42-4DAD-B768-DC14DD541DEA}" dt="2025-11-29T18:57:35.693" v="747" actId="14100"/>
          <ac:spMkLst>
            <pc:docMk/>
            <pc:sldMk cId="0" sldId="256"/>
            <ac:spMk id="13" creationId="{00000000-0000-0000-0000-000000000000}"/>
          </ac:spMkLst>
        </pc:spChg>
        <pc:picChg chg="del">
          <ac:chgData name="a.sami7@campus.unimib.it" userId="5df77fbe-be00-408f-9fa8-a8e123ca5b90" providerId="ADAL" clId="{6198C274-2C42-4DAD-B768-DC14DD541DEA}" dt="2025-11-29T18:51:31.109" v="654" actId="478"/>
          <ac:picMkLst>
            <pc:docMk/>
            <pc:sldMk cId="0" sldId="256"/>
            <ac:picMk id="2" creationId="{00000000-0000-0000-0000-000000000000}"/>
          </ac:picMkLst>
        </pc:picChg>
        <pc:picChg chg="add mod">
          <ac:chgData name="a.sami7@campus.unimib.it" userId="5df77fbe-be00-408f-9fa8-a8e123ca5b90" providerId="ADAL" clId="{6198C274-2C42-4DAD-B768-DC14DD541DEA}" dt="2025-11-29T18:54:42.668" v="709" actId="1076"/>
          <ac:picMkLst>
            <pc:docMk/>
            <pc:sldMk cId="0" sldId="256"/>
            <ac:picMk id="10" creationId="{E9513289-3F42-C637-45EE-954A0513B9D8}"/>
          </ac:picMkLst>
        </pc:picChg>
      </pc:sldChg>
      <pc:sldChg chg="addSp delSp modSp mod">
        <pc:chgData name="a.sami7@campus.unimib.it" userId="5df77fbe-be00-408f-9fa8-a8e123ca5b90" providerId="ADAL" clId="{6198C274-2C42-4DAD-B768-DC14DD541DEA}" dt="2025-11-29T18:45:24.219" v="651" actId="14100"/>
        <pc:sldMkLst>
          <pc:docMk/>
          <pc:sldMk cId="0" sldId="257"/>
        </pc:sldMkLst>
        <pc:spChg chg="mod">
          <ac:chgData name="a.sami7@campus.unimib.it" userId="5df77fbe-be00-408f-9fa8-a8e123ca5b90" providerId="ADAL" clId="{6198C274-2C42-4DAD-B768-DC14DD541DEA}" dt="2025-11-29T18:45:16.795" v="650" actId="20577"/>
          <ac:spMkLst>
            <pc:docMk/>
            <pc:sldMk cId="0" sldId="257"/>
            <ac:spMk id="2" creationId="{00000000-0000-0000-0000-000000000000}"/>
          </ac:spMkLst>
        </pc:spChg>
        <pc:spChg chg="mod">
          <ac:chgData name="a.sami7@campus.unimib.it" userId="5df77fbe-be00-408f-9fa8-a8e123ca5b90" providerId="ADAL" clId="{6198C274-2C42-4DAD-B768-DC14DD541DEA}" dt="2025-11-29T18:41:21.134" v="625" actId="20577"/>
          <ac:spMkLst>
            <pc:docMk/>
            <pc:sldMk cId="0" sldId="257"/>
            <ac:spMk id="3" creationId="{00000000-0000-0000-0000-000000000000}"/>
          </ac:spMkLst>
        </pc:spChg>
        <pc:spChg chg="mod">
          <ac:chgData name="a.sami7@campus.unimib.it" userId="5df77fbe-be00-408f-9fa8-a8e123ca5b90" providerId="ADAL" clId="{6198C274-2C42-4DAD-B768-DC14DD541DEA}" dt="2025-11-29T18:40:57.556" v="588"/>
          <ac:spMkLst>
            <pc:docMk/>
            <pc:sldMk cId="0" sldId="257"/>
            <ac:spMk id="5" creationId="{00000000-0000-0000-0000-000000000000}"/>
          </ac:spMkLst>
        </pc:spChg>
        <pc:spChg chg="mod">
          <ac:chgData name="a.sami7@campus.unimib.it" userId="5df77fbe-be00-408f-9fa8-a8e123ca5b90" providerId="ADAL" clId="{6198C274-2C42-4DAD-B768-DC14DD541DEA}" dt="2025-11-29T18:44:05.324" v="631" actId="2711"/>
          <ac:spMkLst>
            <pc:docMk/>
            <pc:sldMk cId="0" sldId="257"/>
            <ac:spMk id="6" creationId="{00000000-0000-0000-0000-000000000000}"/>
          </ac:spMkLst>
        </pc:spChg>
        <pc:picChg chg="del">
          <ac:chgData name="a.sami7@campus.unimib.it" userId="5df77fbe-be00-408f-9fa8-a8e123ca5b90" providerId="ADAL" clId="{6198C274-2C42-4DAD-B768-DC14DD541DEA}" dt="2025-11-29T18:42:55.119" v="626" actId="478"/>
          <ac:picMkLst>
            <pc:docMk/>
            <pc:sldMk cId="0" sldId="257"/>
            <ac:picMk id="7" creationId="{00000000-0000-0000-0000-000000000000}"/>
          </ac:picMkLst>
        </pc:picChg>
        <pc:picChg chg="add mod">
          <ac:chgData name="a.sami7@campus.unimib.it" userId="5df77fbe-be00-408f-9fa8-a8e123ca5b90" providerId="ADAL" clId="{6198C274-2C42-4DAD-B768-DC14DD541DEA}" dt="2025-11-29T18:45:24.219" v="651" actId="14100"/>
          <ac:picMkLst>
            <pc:docMk/>
            <pc:sldMk cId="0" sldId="257"/>
            <ac:picMk id="9" creationId="{CB2539E2-8335-D01F-E723-BC37E55C7A4B}"/>
          </ac:picMkLst>
        </pc:picChg>
      </pc:sldChg>
      <pc:sldChg chg="modSp mod">
        <pc:chgData name="a.sami7@campus.unimib.it" userId="5df77fbe-be00-408f-9fa8-a8e123ca5b90" providerId="ADAL" clId="{6198C274-2C42-4DAD-B768-DC14DD541DEA}" dt="2025-11-29T18:39:05.213" v="582" actId="1076"/>
        <pc:sldMkLst>
          <pc:docMk/>
          <pc:sldMk cId="0" sldId="258"/>
        </pc:sldMkLst>
        <pc:spChg chg="mod">
          <ac:chgData name="a.sami7@campus.unimib.it" userId="5df77fbe-be00-408f-9fa8-a8e123ca5b90" providerId="ADAL" clId="{6198C274-2C42-4DAD-B768-DC14DD541DEA}" dt="2025-11-29T18:39:05.213" v="582" actId="1076"/>
          <ac:spMkLst>
            <pc:docMk/>
            <pc:sldMk cId="0" sldId="258"/>
            <ac:spMk id="2" creationId="{00000000-0000-0000-0000-000000000000}"/>
          </ac:spMkLst>
        </pc:spChg>
        <pc:spChg chg="mod">
          <ac:chgData name="a.sami7@campus.unimib.it" userId="5df77fbe-be00-408f-9fa8-a8e123ca5b90" providerId="ADAL" clId="{6198C274-2C42-4DAD-B768-DC14DD541DEA}" dt="2025-11-29T18:36:09.211" v="546" actId="403"/>
          <ac:spMkLst>
            <pc:docMk/>
            <pc:sldMk cId="0" sldId="258"/>
            <ac:spMk id="3" creationId="{00000000-0000-0000-0000-000000000000}"/>
          </ac:spMkLst>
        </pc:spChg>
      </pc:sldChg>
      <pc:sldChg chg="del">
        <pc:chgData name="a.sami7@campus.unimib.it" userId="5df77fbe-be00-408f-9fa8-a8e123ca5b90" providerId="ADAL" clId="{6198C274-2C42-4DAD-B768-DC14DD541DEA}" dt="2025-11-29T18:34:51.444" v="527" actId="47"/>
        <pc:sldMkLst>
          <pc:docMk/>
          <pc:sldMk cId="0" sldId="259"/>
        </pc:sldMkLst>
      </pc:sldChg>
      <pc:sldChg chg="modSp add del mod">
        <pc:chgData name="a.sami7@campus.unimib.it" userId="5df77fbe-be00-408f-9fa8-a8e123ca5b90" providerId="ADAL" clId="{6198C274-2C42-4DAD-B768-DC14DD541DEA}" dt="2025-11-29T18:38:18.068" v="563" actId="1076"/>
        <pc:sldMkLst>
          <pc:docMk/>
          <pc:sldMk cId="0" sldId="260"/>
        </pc:sldMkLst>
        <pc:spChg chg="mod">
          <ac:chgData name="a.sami7@campus.unimib.it" userId="5df77fbe-be00-408f-9fa8-a8e123ca5b90" providerId="ADAL" clId="{6198C274-2C42-4DAD-B768-DC14DD541DEA}" dt="2025-11-29T18:38:18.068" v="563" actId="1076"/>
          <ac:spMkLst>
            <pc:docMk/>
            <pc:sldMk cId="0" sldId="260"/>
            <ac:spMk id="2" creationId="{00000000-0000-0000-0000-000000000000}"/>
          </ac:spMkLst>
        </pc:spChg>
        <pc:spChg chg="mod">
          <ac:chgData name="a.sami7@campus.unimib.it" userId="5df77fbe-be00-408f-9fa8-a8e123ca5b90" providerId="ADAL" clId="{6198C274-2C42-4DAD-B768-DC14DD541DEA}" dt="2025-11-29T18:37:27.647" v="555" actId="20577"/>
          <ac:spMkLst>
            <pc:docMk/>
            <pc:sldMk cId="0" sldId="260"/>
            <ac:spMk id="3" creationId="{00000000-0000-0000-0000-000000000000}"/>
          </ac:spMkLst>
        </pc:spChg>
      </pc:sldChg>
      <pc:sldChg chg="modSp mod">
        <pc:chgData name="a.sami7@campus.unimib.it" userId="5df77fbe-be00-408f-9fa8-a8e123ca5b90" providerId="ADAL" clId="{6198C274-2C42-4DAD-B768-DC14DD541DEA}" dt="2025-11-29T18:58:06.207" v="750" actId="14100"/>
        <pc:sldMkLst>
          <pc:docMk/>
          <pc:sldMk cId="0" sldId="261"/>
        </pc:sldMkLst>
        <pc:spChg chg="mod">
          <ac:chgData name="a.sami7@campus.unimib.it" userId="5df77fbe-be00-408f-9fa8-a8e123ca5b90" providerId="ADAL" clId="{6198C274-2C42-4DAD-B768-DC14DD541DEA}" dt="2025-11-29T18:39:32.618" v="587" actId="2711"/>
          <ac:spMkLst>
            <pc:docMk/>
            <pc:sldMk cId="0" sldId="261"/>
            <ac:spMk id="3"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4" creationId="{00000000-0000-0000-0000-000000000000}"/>
          </ac:spMkLst>
        </pc:spChg>
        <pc:spChg chg="mod">
          <ac:chgData name="a.sami7@campus.unimib.it" userId="5df77fbe-be00-408f-9fa8-a8e123ca5b90" providerId="ADAL" clId="{6198C274-2C42-4DAD-B768-DC14DD541DEA}" dt="2025-11-29T18:58:06.207" v="750" actId="14100"/>
          <ac:spMkLst>
            <pc:docMk/>
            <pc:sldMk cId="0" sldId="261"/>
            <ac:spMk id="5"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6" creationId="{00000000-0000-0000-0000-000000000000}"/>
          </ac:spMkLst>
        </pc:spChg>
        <pc:spChg chg="mod">
          <ac:chgData name="a.sami7@campus.unimib.it" userId="5df77fbe-be00-408f-9fa8-a8e123ca5b90" providerId="ADAL" clId="{6198C274-2C42-4DAD-B768-DC14DD541DEA}" dt="2025-11-29T18:58:00.658" v="749" actId="14100"/>
          <ac:spMkLst>
            <pc:docMk/>
            <pc:sldMk cId="0" sldId="261"/>
            <ac:spMk id="7"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8" creationId="{00000000-0000-0000-0000-000000000000}"/>
          </ac:spMkLst>
        </pc:spChg>
        <pc:spChg chg="mod">
          <ac:chgData name="a.sami7@campus.unimib.it" userId="5df77fbe-be00-408f-9fa8-a8e123ca5b90" providerId="ADAL" clId="{6198C274-2C42-4DAD-B768-DC14DD541DEA}" dt="2025-11-29T18:57:57.375" v="748" actId="14100"/>
          <ac:spMkLst>
            <pc:docMk/>
            <pc:sldMk cId="0" sldId="261"/>
            <ac:spMk id="9" creationId="{00000000-0000-0000-0000-000000000000}"/>
          </ac:spMkLst>
        </pc:spChg>
        <pc:spChg chg="mod">
          <ac:chgData name="a.sami7@campus.unimib.it" userId="5df77fbe-be00-408f-9fa8-a8e123ca5b90" providerId="ADAL" clId="{6198C274-2C42-4DAD-B768-DC14DD541DEA}" dt="2025-11-29T18:39:32.618" v="587" actId="2711"/>
          <ac:spMkLst>
            <pc:docMk/>
            <pc:sldMk cId="0" sldId="261"/>
            <ac:spMk id="10" creationId="{00000000-0000-0000-0000-000000000000}"/>
          </ac:spMkLst>
        </pc:spChg>
      </pc:sldChg>
      <pc:sldChg chg="modSp mod">
        <pc:chgData name="a.sami7@campus.unimib.it" userId="5df77fbe-be00-408f-9fa8-a8e123ca5b90" providerId="ADAL" clId="{6198C274-2C42-4DAD-B768-DC14DD541DEA}" dt="2025-11-29T18:58:27.831" v="751" actId="1076"/>
        <pc:sldMkLst>
          <pc:docMk/>
          <pc:sldMk cId="0" sldId="264"/>
        </pc:sldMkLst>
        <pc:spChg chg="mod">
          <ac:chgData name="a.sami7@campus.unimib.it" userId="5df77fbe-be00-408f-9fa8-a8e123ca5b90" providerId="ADAL" clId="{6198C274-2C42-4DAD-B768-DC14DD541DEA}" dt="2025-11-29T18:58:27.831" v="751" actId="1076"/>
          <ac:spMkLst>
            <pc:docMk/>
            <pc:sldMk cId="0" sldId="264"/>
            <ac:spMk id="3" creationId="{00000000-0000-0000-0000-000000000000}"/>
          </ac:spMkLst>
        </pc:spChg>
      </pc:sldChg>
      <pc:sldChg chg="modSp mod">
        <pc:chgData name="a.sami7@campus.unimib.it" userId="5df77fbe-be00-408f-9fa8-a8e123ca5b90" providerId="ADAL" clId="{6198C274-2C42-4DAD-B768-DC14DD541DEA}" dt="2025-11-29T18:59:20.628" v="756" actId="1076"/>
        <pc:sldMkLst>
          <pc:docMk/>
          <pc:sldMk cId="0" sldId="265"/>
        </pc:sldMkLst>
        <pc:spChg chg="mod">
          <ac:chgData name="a.sami7@campus.unimib.it" userId="5df77fbe-be00-408f-9fa8-a8e123ca5b90" providerId="ADAL" clId="{6198C274-2C42-4DAD-B768-DC14DD541DEA}" dt="2025-11-29T18:59:08.966" v="753" actId="1076"/>
          <ac:spMkLst>
            <pc:docMk/>
            <pc:sldMk cId="0" sldId="265"/>
            <ac:spMk id="10" creationId="{00000000-0000-0000-0000-000000000000}"/>
          </ac:spMkLst>
        </pc:spChg>
        <pc:spChg chg="mod">
          <ac:chgData name="a.sami7@campus.unimib.it" userId="5df77fbe-be00-408f-9fa8-a8e123ca5b90" providerId="ADAL" clId="{6198C274-2C42-4DAD-B768-DC14DD541DEA}" dt="2025-11-29T18:59:12.463" v="754" actId="1076"/>
          <ac:spMkLst>
            <pc:docMk/>
            <pc:sldMk cId="0" sldId="265"/>
            <ac:spMk id="11" creationId="{00000000-0000-0000-0000-000000000000}"/>
          </ac:spMkLst>
        </pc:spChg>
        <pc:spChg chg="mod">
          <ac:chgData name="a.sami7@campus.unimib.it" userId="5df77fbe-be00-408f-9fa8-a8e123ca5b90" providerId="ADAL" clId="{6198C274-2C42-4DAD-B768-DC14DD541DEA}" dt="2025-11-29T18:59:17.198" v="755" actId="1076"/>
          <ac:spMkLst>
            <pc:docMk/>
            <pc:sldMk cId="0" sldId="265"/>
            <ac:spMk id="12" creationId="{00000000-0000-0000-0000-000000000000}"/>
          </ac:spMkLst>
        </pc:spChg>
        <pc:spChg chg="mod">
          <ac:chgData name="a.sami7@campus.unimib.it" userId="5df77fbe-be00-408f-9fa8-a8e123ca5b90" providerId="ADAL" clId="{6198C274-2C42-4DAD-B768-DC14DD541DEA}" dt="2025-11-29T18:59:20.628" v="756" actId="1076"/>
          <ac:spMkLst>
            <pc:docMk/>
            <pc:sldMk cId="0" sldId="265"/>
            <ac:spMk id="13" creationId="{00000000-0000-0000-0000-000000000000}"/>
          </ac:spMkLst>
        </pc:spChg>
      </pc:sldChg>
      <pc:sldChg chg="modSp mod">
        <pc:chgData name="a.sami7@campus.unimib.it" userId="5df77fbe-be00-408f-9fa8-a8e123ca5b90" providerId="ADAL" clId="{6198C274-2C42-4DAD-B768-DC14DD541DEA}" dt="2025-11-29T17:25:15.851" v="0" actId="14100"/>
        <pc:sldMkLst>
          <pc:docMk/>
          <pc:sldMk cId="0" sldId="267"/>
        </pc:sldMkLst>
        <pc:picChg chg="mod">
          <ac:chgData name="a.sami7@campus.unimib.it" userId="5df77fbe-be00-408f-9fa8-a8e123ca5b90" providerId="ADAL" clId="{6198C274-2C42-4DAD-B768-DC14DD541DEA}" dt="2025-11-29T17:25:15.851" v="0" actId="14100"/>
          <ac:picMkLst>
            <pc:docMk/>
            <pc:sldMk cId="0" sldId="267"/>
            <ac:picMk id="17" creationId="{B8F009EA-00E9-EF6E-FD83-695F8C50C07A}"/>
          </ac:picMkLst>
        </pc:picChg>
      </pc:sldChg>
      <pc:sldChg chg="addSp delSp modSp mod">
        <pc:chgData name="a.sami7@campus.unimib.it" userId="5df77fbe-be00-408f-9fa8-a8e123ca5b90" providerId="ADAL" clId="{6198C274-2C42-4DAD-B768-DC14DD541DEA}" dt="2025-11-29T17:45:21.981" v="112"/>
        <pc:sldMkLst>
          <pc:docMk/>
          <pc:sldMk cId="0" sldId="268"/>
        </pc:sldMkLst>
        <pc:spChg chg="add del mod">
          <ac:chgData name="a.sami7@campus.unimib.it" userId="5df77fbe-be00-408f-9fa8-a8e123ca5b90" providerId="ADAL" clId="{6198C274-2C42-4DAD-B768-DC14DD541DEA}" dt="2025-11-29T17:45:21.981" v="112"/>
          <ac:spMkLst>
            <pc:docMk/>
            <pc:sldMk cId="0" sldId="268"/>
            <ac:spMk id="3" creationId="{00000000-0000-0000-0000-000000000000}"/>
          </ac:spMkLst>
        </pc:spChg>
        <pc:spChg chg="mod">
          <ac:chgData name="a.sami7@campus.unimib.it" userId="5df77fbe-be00-408f-9fa8-a8e123ca5b90" providerId="ADAL" clId="{6198C274-2C42-4DAD-B768-DC14DD541DEA}" dt="2025-11-29T17:39:09.712" v="51" actId="255"/>
          <ac:spMkLst>
            <pc:docMk/>
            <pc:sldMk cId="0" sldId="268"/>
            <ac:spMk id="8" creationId="{00000000-0000-0000-0000-000000000000}"/>
          </ac:spMkLst>
        </pc:spChg>
        <pc:spChg chg="mod">
          <ac:chgData name="a.sami7@campus.unimib.it" userId="5df77fbe-be00-408f-9fa8-a8e123ca5b90" providerId="ADAL" clId="{6198C274-2C42-4DAD-B768-DC14DD541DEA}" dt="2025-11-29T17:39:26.212" v="53" actId="255"/>
          <ac:spMkLst>
            <pc:docMk/>
            <pc:sldMk cId="0" sldId="268"/>
            <ac:spMk id="9" creationId="{00000000-0000-0000-0000-000000000000}"/>
          </ac:spMkLst>
        </pc:spChg>
        <pc:spChg chg="mod">
          <ac:chgData name="a.sami7@campus.unimib.it" userId="5df77fbe-be00-408f-9fa8-a8e123ca5b90" providerId="ADAL" clId="{6198C274-2C42-4DAD-B768-DC14DD541DEA}" dt="2025-11-29T17:26:12.201" v="10"/>
          <ac:spMkLst>
            <pc:docMk/>
            <pc:sldMk cId="0" sldId="268"/>
            <ac:spMk id="10" creationId="{00000000-0000-0000-0000-000000000000}"/>
          </ac:spMkLst>
        </pc:spChg>
        <pc:spChg chg="add del">
          <ac:chgData name="a.sami7@campus.unimib.it" userId="5df77fbe-be00-408f-9fa8-a8e123ca5b90" providerId="ADAL" clId="{6198C274-2C42-4DAD-B768-DC14DD541DEA}" dt="2025-11-29T17:44:08.622" v="75" actId="22"/>
          <ac:spMkLst>
            <pc:docMk/>
            <pc:sldMk cId="0" sldId="268"/>
            <ac:spMk id="14" creationId="{676D7C39-A251-1693-D18B-90DE6C302E79}"/>
          </ac:spMkLst>
        </pc:spChg>
        <pc:grpChg chg="del">
          <ac:chgData name="a.sami7@campus.unimib.it" userId="5df77fbe-be00-408f-9fa8-a8e123ca5b90" providerId="ADAL" clId="{6198C274-2C42-4DAD-B768-DC14DD541DEA}" dt="2025-11-29T17:25:26.614" v="1" actId="478"/>
          <ac:grpSpMkLst>
            <pc:docMk/>
            <pc:sldMk cId="0" sldId="268"/>
            <ac:grpSpMk id="4" creationId="{00000000-0000-0000-0000-000000000000}"/>
          </ac:grpSpMkLst>
        </pc:grpChg>
        <pc:picChg chg="del">
          <ac:chgData name="a.sami7@campus.unimib.it" userId="5df77fbe-be00-408f-9fa8-a8e123ca5b90" providerId="ADAL" clId="{6198C274-2C42-4DAD-B768-DC14DD541DEA}" dt="2025-11-29T17:25:27.337" v="2" actId="478"/>
          <ac:picMkLst>
            <pc:docMk/>
            <pc:sldMk cId="0" sldId="268"/>
            <ac:picMk id="2" creationId="{00000000-0000-0000-0000-000000000000}"/>
          </ac:picMkLst>
        </pc:picChg>
        <pc:picChg chg="add mod">
          <ac:chgData name="a.sami7@campus.unimib.it" userId="5df77fbe-be00-408f-9fa8-a8e123ca5b90" providerId="ADAL" clId="{6198C274-2C42-4DAD-B768-DC14DD541DEA}" dt="2025-11-29T17:29:24.133" v="11" actId="1076"/>
          <ac:picMkLst>
            <pc:docMk/>
            <pc:sldMk cId="0" sldId="268"/>
            <ac:picMk id="12" creationId="{4651B5DB-B28B-5421-51AE-FF494ACD8535}"/>
          </ac:picMkLst>
        </pc:picChg>
      </pc:sldChg>
      <pc:sldChg chg="addSp delSp modSp mod">
        <pc:chgData name="a.sami7@campus.unimib.it" userId="5df77fbe-be00-408f-9fa8-a8e123ca5b90" providerId="ADAL" clId="{6198C274-2C42-4DAD-B768-DC14DD541DEA}" dt="2025-11-29T17:49:20.261" v="136"/>
        <pc:sldMkLst>
          <pc:docMk/>
          <pc:sldMk cId="0" sldId="269"/>
        </pc:sldMkLst>
        <pc:spChg chg="mod">
          <ac:chgData name="a.sami7@campus.unimib.it" userId="5df77fbe-be00-408f-9fa8-a8e123ca5b90" providerId="ADAL" clId="{6198C274-2C42-4DAD-B768-DC14DD541DEA}" dt="2025-11-29T17:49:20.261" v="136"/>
          <ac:spMkLst>
            <pc:docMk/>
            <pc:sldMk cId="0" sldId="269"/>
            <ac:spMk id="3" creationId="{00000000-0000-0000-0000-000000000000}"/>
          </ac:spMkLst>
        </pc:spChg>
        <pc:spChg chg="mod">
          <ac:chgData name="a.sami7@campus.unimib.it" userId="5df77fbe-be00-408f-9fa8-a8e123ca5b90" providerId="ADAL" clId="{6198C274-2C42-4DAD-B768-DC14DD541DEA}" dt="2025-11-29T17:46:17.781" v="114"/>
          <ac:spMkLst>
            <pc:docMk/>
            <pc:sldMk cId="0" sldId="269"/>
            <ac:spMk id="9" creationId="{00000000-0000-0000-0000-000000000000}"/>
          </ac:spMkLst>
        </pc:spChg>
        <pc:spChg chg="del">
          <ac:chgData name="a.sami7@campus.unimib.it" userId="5df77fbe-be00-408f-9fa8-a8e123ca5b90" providerId="ADAL" clId="{6198C274-2C42-4DAD-B768-DC14DD541DEA}" dt="2025-11-29T17:47:23.272" v="126" actId="478"/>
          <ac:spMkLst>
            <pc:docMk/>
            <pc:sldMk cId="0" sldId="269"/>
            <ac:spMk id="10" creationId="{00000000-0000-0000-0000-000000000000}"/>
          </ac:spMkLst>
        </pc:spChg>
        <pc:spChg chg="del mod">
          <ac:chgData name="a.sami7@campus.unimib.it" userId="5df77fbe-be00-408f-9fa8-a8e123ca5b90" providerId="ADAL" clId="{6198C274-2C42-4DAD-B768-DC14DD541DEA}" dt="2025-11-29T17:47:18.834" v="123" actId="478"/>
          <ac:spMkLst>
            <pc:docMk/>
            <pc:sldMk cId="0" sldId="269"/>
            <ac:spMk id="11" creationId="{00000000-0000-0000-0000-000000000000}"/>
          </ac:spMkLst>
        </pc:spChg>
        <pc:spChg chg="del mod">
          <ac:chgData name="a.sami7@campus.unimib.it" userId="5df77fbe-be00-408f-9fa8-a8e123ca5b90" providerId="ADAL" clId="{6198C274-2C42-4DAD-B768-DC14DD541DEA}" dt="2025-11-29T17:47:21.597" v="125" actId="478"/>
          <ac:spMkLst>
            <pc:docMk/>
            <pc:sldMk cId="0" sldId="269"/>
            <ac:spMk id="12" creationId="{00000000-0000-0000-0000-000000000000}"/>
          </ac:spMkLst>
        </pc:spChg>
        <pc:spChg chg="del">
          <ac:chgData name="a.sami7@campus.unimib.it" userId="5df77fbe-be00-408f-9fa8-a8e123ca5b90" providerId="ADAL" clId="{6198C274-2C42-4DAD-B768-DC14DD541DEA}" dt="2025-11-29T17:47:06.012" v="116" actId="478"/>
          <ac:spMkLst>
            <pc:docMk/>
            <pc:sldMk cId="0" sldId="269"/>
            <ac:spMk id="13" creationId="{00000000-0000-0000-0000-000000000000}"/>
          </ac:spMkLst>
        </pc:spChg>
        <pc:spChg chg="del">
          <ac:chgData name="a.sami7@campus.unimib.it" userId="5df77fbe-be00-408f-9fa8-a8e123ca5b90" providerId="ADAL" clId="{6198C274-2C42-4DAD-B768-DC14DD541DEA}" dt="2025-11-29T17:47:16.697" v="122" actId="478"/>
          <ac:spMkLst>
            <pc:docMk/>
            <pc:sldMk cId="0" sldId="269"/>
            <ac:spMk id="14" creationId="{00000000-0000-0000-0000-000000000000}"/>
          </ac:spMkLst>
        </pc:spChg>
        <pc:spChg chg="del">
          <ac:chgData name="a.sami7@campus.unimib.it" userId="5df77fbe-be00-408f-9fa8-a8e123ca5b90" providerId="ADAL" clId="{6198C274-2C42-4DAD-B768-DC14DD541DEA}" dt="2025-11-29T17:47:07.774" v="117" actId="478"/>
          <ac:spMkLst>
            <pc:docMk/>
            <pc:sldMk cId="0" sldId="269"/>
            <ac:spMk id="15" creationId="{00000000-0000-0000-0000-000000000000}"/>
          </ac:spMkLst>
        </pc:spChg>
        <pc:spChg chg="del">
          <ac:chgData name="a.sami7@campus.unimib.it" userId="5df77fbe-be00-408f-9fa8-a8e123ca5b90" providerId="ADAL" clId="{6198C274-2C42-4DAD-B768-DC14DD541DEA}" dt="2025-11-29T17:47:10.893" v="118" actId="478"/>
          <ac:spMkLst>
            <pc:docMk/>
            <pc:sldMk cId="0" sldId="269"/>
            <ac:spMk id="16" creationId="{00000000-0000-0000-0000-000000000000}"/>
          </ac:spMkLst>
        </pc:spChg>
        <pc:spChg chg="del">
          <ac:chgData name="a.sami7@campus.unimib.it" userId="5df77fbe-be00-408f-9fa8-a8e123ca5b90" providerId="ADAL" clId="{6198C274-2C42-4DAD-B768-DC14DD541DEA}" dt="2025-11-29T17:47:12.465" v="119" actId="478"/>
          <ac:spMkLst>
            <pc:docMk/>
            <pc:sldMk cId="0" sldId="269"/>
            <ac:spMk id="17" creationId="{00000000-0000-0000-0000-000000000000}"/>
          </ac:spMkLst>
        </pc:spChg>
        <pc:spChg chg="del">
          <ac:chgData name="a.sami7@campus.unimib.it" userId="5df77fbe-be00-408f-9fa8-a8e123ca5b90" providerId="ADAL" clId="{6198C274-2C42-4DAD-B768-DC14DD541DEA}" dt="2025-11-29T17:47:15.329" v="121" actId="478"/>
          <ac:spMkLst>
            <pc:docMk/>
            <pc:sldMk cId="0" sldId="269"/>
            <ac:spMk id="18" creationId="{00000000-0000-0000-0000-000000000000}"/>
          </ac:spMkLst>
        </pc:spChg>
        <pc:spChg chg="del">
          <ac:chgData name="a.sami7@campus.unimib.it" userId="5df77fbe-be00-408f-9fa8-a8e123ca5b90" providerId="ADAL" clId="{6198C274-2C42-4DAD-B768-DC14DD541DEA}" dt="2025-11-29T17:47:14.008" v="120" actId="478"/>
          <ac:spMkLst>
            <pc:docMk/>
            <pc:sldMk cId="0" sldId="269"/>
            <ac:spMk id="19" creationId="{00000000-0000-0000-0000-000000000000}"/>
          </ac:spMkLst>
        </pc:spChg>
        <pc:spChg chg="del">
          <ac:chgData name="a.sami7@campus.unimib.it" userId="5df77fbe-be00-408f-9fa8-a8e123ca5b90" providerId="ADAL" clId="{6198C274-2C42-4DAD-B768-DC14DD541DEA}" dt="2025-11-29T17:48:48.231" v="132" actId="478"/>
          <ac:spMkLst>
            <pc:docMk/>
            <pc:sldMk cId="0" sldId="269"/>
            <ac:spMk id="20" creationId="{00000000-0000-0000-0000-000000000000}"/>
          </ac:spMkLst>
        </pc:spChg>
        <pc:spChg chg="mod">
          <ac:chgData name="a.sami7@campus.unimib.it" userId="5df77fbe-be00-408f-9fa8-a8e123ca5b90" providerId="ADAL" clId="{6198C274-2C42-4DAD-B768-DC14DD541DEA}" dt="2025-11-29T17:48:18.125" v="131" actId="20577"/>
          <ac:spMkLst>
            <pc:docMk/>
            <pc:sldMk cId="0" sldId="269"/>
            <ac:spMk id="21" creationId="{00000000-0000-0000-0000-000000000000}"/>
          </ac:spMkLst>
        </pc:spChg>
        <pc:grpChg chg="del">
          <ac:chgData name="a.sami7@campus.unimib.it" userId="5df77fbe-be00-408f-9fa8-a8e123ca5b90" providerId="ADAL" clId="{6198C274-2C42-4DAD-B768-DC14DD541DEA}" dt="2025-11-29T17:42:22.918" v="54" actId="478"/>
          <ac:grpSpMkLst>
            <pc:docMk/>
            <pc:sldMk cId="0" sldId="269"/>
            <ac:grpSpMk id="4" creationId="{00000000-0000-0000-0000-000000000000}"/>
          </ac:grpSpMkLst>
        </pc:grpChg>
        <pc:picChg chg="del">
          <ac:chgData name="a.sami7@campus.unimib.it" userId="5df77fbe-be00-408f-9fa8-a8e123ca5b90" providerId="ADAL" clId="{6198C274-2C42-4DAD-B768-DC14DD541DEA}" dt="2025-11-29T17:42:23.564" v="55" actId="478"/>
          <ac:picMkLst>
            <pc:docMk/>
            <pc:sldMk cId="0" sldId="269"/>
            <ac:picMk id="2" creationId="{00000000-0000-0000-0000-000000000000}"/>
          </ac:picMkLst>
        </pc:picChg>
        <pc:picChg chg="add mod">
          <ac:chgData name="a.sami7@campus.unimib.it" userId="5df77fbe-be00-408f-9fa8-a8e123ca5b90" providerId="ADAL" clId="{6198C274-2C42-4DAD-B768-DC14DD541DEA}" dt="2025-11-29T17:42:58.238" v="63" actId="14100"/>
          <ac:picMkLst>
            <pc:docMk/>
            <pc:sldMk cId="0" sldId="269"/>
            <ac:picMk id="23" creationId="{787B0194-7D11-8673-8380-2C2863A15FAB}"/>
          </ac:picMkLst>
        </pc:picChg>
      </pc:sldChg>
      <pc:sldChg chg="modSp add del mod">
        <pc:chgData name="a.sami7@campus.unimib.it" userId="5df77fbe-be00-408f-9fa8-a8e123ca5b90" providerId="ADAL" clId="{6198C274-2C42-4DAD-B768-DC14DD541DEA}" dt="2025-11-29T18:05:53.298" v="261" actId="5793"/>
        <pc:sldMkLst>
          <pc:docMk/>
          <pc:sldMk cId="0" sldId="270"/>
        </pc:sldMkLst>
        <pc:spChg chg="mod">
          <ac:chgData name="a.sami7@campus.unimib.it" userId="5df77fbe-be00-408f-9fa8-a8e123ca5b90" providerId="ADAL" clId="{6198C274-2C42-4DAD-B768-DC14DD541DEA}" dt="2025-11-29T18:04:37.706" v="250"/>
          <ac:spMkLst>
            <pc:docMk/>
            <pc:sldMk cId="0" sldId="270"/>
            <ac:spMk id="2" creationId="{00000000-0000-0000-0000-000000000000}"/>
          </ac:spMkLst>
        </pc:spChg>
        <pc:spChg chg="mod">
          <ac:chgData name="a.sami7@campus.unimib.it" userId="5df77fbe-be00-408f-9fa8-a8e123ca5b90" providerId="ADAL" clId="{6198C274-2C42-4DAD-B768-DC14DD541DEA}" dt="2025-11-29T18:05:53.298" v="261" actId="5793"/>
          <ac:spMkLst>
            <pc:docMk/>
            <pc:sldMk cId="0" sldId="270"/>
            <ac:spMk id="3" creationId="{00000000-0000-0000-0000-000000000000}"/>
          </ac:spMkLst>
        </pc:spChg>
      </pc:sldChg>
      <pc:sldChg chg="addSp delSp modSp add del mod setBg setFolMasterObjs">
        <pc:chgData name="a.sami7@campus.unimib.it" userId="5df77fbe-be00-408f-9fa8-a8e123ca5b90" providerId="ADAL" clId="{6198C274-2C42-4DAD-B768-DC14DD541DEA}" dt="2025-11-29T18:03:17.635" v="249" actId="14100"/>
        <pc:sldMkLst>
          <pc:docMk/>
          <pc:sldMk cId="0" sldId="271"/>
        </pc:sldMkLst>
        <pc:picChg chg="del">
          <ac:chgData name="a.sami7@campus.unimib.it" userId="5df77fbe-be00-408f-9fa8-a8e123ca5b90" providerId="ADAL" clId="{6198C274-2C42-4DAD-B768-DC14DD541DEA}" dt="2025-11-29T17:55:26.887" v="204" actId="478"/>
          <ac:picMkLst>
            <pc:docMk/>
            <pc:sldMk cId="0" sldId="271"/>
            <ac:picMk id="2" creationId="{00000000-0000-0000-0000-000000000000}"/>
          </ac:picMkLst>
        </pc:picChg>
        <pc:picChg chg="add del mod">
          <ac:chgData name="a.sami7@campus.unimib.it" userId="5df77fbe-be00-408f-9fa8-a8e123ca5b90" providerId="ADAL" clId="{6198C274-2C42-4DAD-B768-DC14DD541DEA}" dt="2025-11-29T17:55:46.832" v="208" actId="478"/>
          <ac:picMkLst>
            <pc:docMk/>
            <pc:sldMk cId="0" sldId="271"/>
            <ac:picMk id="4" creationId="{EC8E3B2A-E65E-64D8-5541-447754909A88}"/>
          </ac:picMkLst>
        </pc:picChg>
        <pc:picChg chg="add del mod">
          <ac:chgData name="a.sami7@campus.unimib.it" userId="5df77fbe-be00-408f-9fa8-a8e123ca5b90" providerId="ADAL" clId="{6198C274-2C42-4DAD-B768-DC14DD541DEA}" dt="2025-11-29T17:56:04.329" v="212" actId="478"/>
          <ac:picMkLst>
            <pc:docMk/>
            <pc:sldMk cId="0" sldId="271"/>
            <ac:picMk id="6" creationId="{D82CB388-3486-55CE-C324-C7B7C65928C4}"/>
          </ac:picMkLst>
        </pc:picChg>
        <pc:picChg chg="add del mod">
          <ac:chgData name="a.sami7@campus.unimib.it" userId="5df77fbe-be00-408f-9fa8-a8e123ca5b90" providerId="ADAL" clId="{6198C274-2C42-4DAD-B768-DC14DD541DEA}" dt="2025-11-29T17:59:06.267" v="226" actId="478"/>
          <ac:picMkLst>
            <pc:docMk/>
            <pc:sldMk cId="0" sldId="271"/>
            <ac:picMk id="8" creationId="{C1A03012-CE74-3807-40B7-1FF5FD4A6C04}"/>
          </ac:picMkLst>
        </pc:picChg>
        <pc:picChg chg="add del mod ord">
          <ac:chgData name="a.sami7@campus.unimib.it" userId="5df77fbe-be00-408f-9fa8-a8e123ca5b90" providerId="ADAL" clId="{6198C274-2C42-4DAD-B768-DC14DD541DEA}" dt="2025-11-29T18:00:09.179" v="235" actId="478"/>
          <ac:picMkLst>
            <pc:docMk/>
            <pc:sldMk cId="0" sldId="271"/>
            <ac:picMk id="10" creationId="{EF5F129A-CC64-6259-3230-46FD7665F4A4}"/>
          </ac:picMkLst>
        </pc:picChg>
        <pc:picChg chg="add del mod">
          <ac:chgData name="a.sami7@campus.unimib.it" userId="5df77fbe-be00-408f-9fa8-a8e123ca5b90" providerId="ADAL" clId="{6198C274-2C42-4DAD-B768-DC14DD541DEA}" dt="2025-11-29T18:00:09.179" v="235" actId="478"/>
          <ac:picMkLst>
            <pc:docMk/>
            <pc:sldMk cId="0" sldId="271"/>
            <ac:picMk id="12" creationId="{71A77E4E-F949-6BEC-4AB6-3DD5F1E6CE73}"/>
          </ac:picMkLst>
        </pc:picChg>
        <pc:picChg chg="add del mod">
          <ac:chgData name="a.sami7@campus.unimib.it" userId="5df77fbe-be00-408f-9fa8-a8e123ca5b90" providerId="ADAL" clId="{6198C274-2C42-4DAD-B768-DC14DD541DEA}" dt="2025-11-29T18:02:48.654" v="242" actId="478"/>
          <ac:picMkLst>
            <pc:docMk/>
            <pc:sldMk cId="0" sldId="271"/>
            <ac:picMk id="14" creationId="{061A830A-06FE-6D22-8EBD-D1B066CFEEBF}"/>
          </ac:picMkLst>
        </pc:picChg>
        <pc:picChg chg="add mod">
          <ac:chgData name="a.sami7@campus.unimib.it" userId="5df77fbe-be00-408f-9fa8-a8e123ca5b90" providerId="ADAL" clId="{6198C274-2C42-4DAD-B768-DC14DD541DEA}" dt="2025-11-29T18:03:17.635" v="249" actId="14100"/>
          <ac:picMkLst>
            <pc:docMk/>
            <pc:sldMk cId="0" sldId="271"/>
            <ac:picMk id="16" creationId="{EEC9174B-1D45-8C9C-7B86-CD6ECB786CB1}"/>
          </ac:picMkLst>
        </pc:picChg>
      </pc:sldChg>
      <pc:sldChg chg="addSp delSp add del mod">
        <pc:chgData name="a.sami7@campus.unimib.it" userId="5df77fbe-be00-408f-9fa8-a8e123ca5b90" providerId="ADAL" clId="{6198C274-2C42-4DAD-B768-DC14DD541DEA}" dt="2025-11-29T18:11:21.744" v="309" actId="47"/>
        <pc:sldMkLst>
          <pc:docMk/>
          <pc:sldMk cId="0" sldId="272"/>
        </pc:sldMkLst>
        <pc:grpChg chg="add del">
          <ac:chgData name="a.sami7@campus.unimib.it" userId="5df77fbe-be00-408f-9fa8-a8e123ca5b90" providerId="ADAL" clId="{6198C274-2C42-4DAD-B768-DC14DD541DEA}" dt="2025-11-29T18:06:40.774" v="262" actId="478"/>
          <ac:grpSpMkLst>
            <pc:docMk/>
            <pc:sldMk cId="0" sldId="272"/>
            <ac:grpSpMk id="2" creationId="{00000000-0000-0000-0000-000000000000}"/>
          </ac:grpSpMkLst>
        </pc:grpChg>
        <pc:picChg chg="add del topLvl">
          <ac:chgData name="a.sami7@campus.unimib.it" userId="5df77fbe-be00-408f-9fa8-a8e123ca5b90" providerId="ADAL" clId="{6198C274-2C42-4DAD-B768-DC14DD541DEA}" dt="2025-11-29T17:58:47.448" v="222" actId="478"/>
          <ac:picMkLst>
            <pc:docMk/>
            <pc:sldMk cId="0" sldId="272"/>
            <ac:picMk id="3" creationId="{00000000-0000-0000-0000-000000000000}"/>
          </ac:picMkLst>
        </pc:picChg>
        <pc:picChg chg="add del topLvl">
          <ac:chgData name="a.sami7@campus.unimib.it" userId="5df77fbe-be00-408f-9fa8-a8e123ca5b90" providerId="ADAL" clId="{6198C274-2C42-4DAD-B768-DC14DD541DEA}" dt="2025-11-29T17:58:47.773" v="223" actId="478"/>
          <ac:picMkLst>
            <pc:docMk/>
            <pc:sldMk cId="0" sldId="272"/>
            <ac:picMk id="4" creationId="{00000000-0000-0000-0000-000000000000}"/>
          </ac:picMkLst>
        </pc:picChg>
      </pc:sldChg>
      <pc:sldChg chg="del">
        <pc:chgData name="a.sami7@campus.unimib.it" userId="5df77fbe-be00-408f-9fa8-a8e123ca5b90" providerId="ADAL" clId="{6198C274-2C42-4DAD-B768-DC14DD541DEA}" dt="2025-11-29T18:06:47.955" v="263" actId="47"/>
        <pc:sldMkLst>
          <pc:docMk/>
          <pc:sldMk cId="0" sldId="273"/>
        </pc:sldMkLst>
      </pc:sldChg>
      <pc:sldChg chg="modSp mod">
        <pc:chgData name="a.sami7@campus.unimib.it" userId="5df77fbe-be00-408f-9fa8-a8e123ca5b90" providerId="ADAL" clId="{6198C274-2C42-4DAD-B768-DC14DD541DEA}" dt="2025-11-29T18:10:53.830" v="307" actId="1076"/>
        <pc:sldMkLst>
          <pc:docMk/>
          <pc:sldMk cId="0" sldId="274"/>
        </pc:sldMkLst>
        <pc:spChg chg="mod">
          <ac:chgData name="a.sami7@campus.unimib.it" userId="5df77fbe-be00-408f-9fa8-a8e123ca5b90" providerId="ADAL" clId="{6198C274-2C42-4DAD-B768-DC14DD541DEA}" dt="2025-11-29T18:07:19.892" v="265"/>
          <ac:spMkLst>
            <pc:docMk/>
            <pc:sldMk cId="0" sldId="274"/>
            <ac:spMk id="2" creationId="{00000000-0000-0000-0000-000000000000}"/>
          </ac:spMkLst>
        </pc:spChg>
        <pc:spChg chg="mod">
          <ac:chgData name="a.sami7@campus.unimib.it" userId="5df77fbe-be00-408f-9fa8-a8e123ca5b90" providerId="ADAL" clId="{6198C274-2C42-4DAD-B768-DC14DD541DEA}" dt="2025-11-29T18:10:53.830" v="307" actId="1076"/>
          <ac:spMkLst>
            <pc:docMk/>
            <pc:sldMk cId="0" sldId="274"/>
            <ac:spMk id="3" creationId="{00000000-0000-0000-0000-000000000000}"/>
          </ac:spMkLst>
        </pc:spChg>
      </pc:sldChg>
      <pc:sldChg chg="addSp delSp modSp mod">
        <pc:chgData name="a.sami7@campus.unimib.it" userId="5df77fbe-be00-408f-9fa8-a8e123ca5b90" providerId="ADAL" clId="{6198C274-2C42-4DAD-B768-DC14DD541DEA}" dt="2025-11-29T18:07:56.515" v="274" actId="14100"/>
        <pc:sldMkLst>
          <pc:docMk/>
          <pc:sldMk cId="0" sldId="275"/>
        </pc:sldMkLst>
        <pc:picChg chg="del">
          <ac:chgData name="a.sami7@campus.unimib.it" userId="5df77fbe-be00-408f-9fa8-a8e123ca5b90" providerId="ADAL" clId="{6198C274-2C42-4DAD-B768-DC14DD541DEA}" dt="2025-11-29T18:07:26.797" v="266" actId="478"/>
          <ac:picMkLst>
            <pc:docMk/>
            <pc:sldMk cId="0" sldId="275"/>
            <ac:picMk id="2" creationId="{00000000-0000-0000-0000-000000000000}"/>
          </ac:picMkLst>
        </pc:picChg>
        <pc:picChg chg="add mod">
          <ac:chgData name="a.sami7@campus.unimib.it" userId="5df77fbe-be00-408f-9fa8-a8e123ca5b90" providerId="ADAL" clId="{6198C274-2C42-4DAD-B768-DC14DD541DEA}" dt="2025-11-29T18:07:56.515" v="274" actId="14100"/>
          <ac:picMkLst>
            <pc:docMk/>
            <pc:sldMk cId="0" sldId="275"/>
            <ac:picMk id="4" creationId="{190AACB3-F07C-551D-077A-D8C54A3F3DA3}"/>
          </ac:picMkLst>
        </pc:picChg>
      </pc:sldChg>
      <pc:sldChg chg="addSp delSp modSp mod">
        <pc:chgData name="a.sami7@campus.unimib.it" userId="5df77fbe-be00-408f-9fa8-a8e123ca5b90" providerId="ADAL" clId="{6198C274-2C42-4DAD-B768-DC14DD541DEA}" dt="2025-11-29T18:13:44.477" v="323" actId="1076"/>
        <pc:sldMkLst>
          <pc:docMk/>
          <pc:sldMk cId="0" sldId="276"/>
        </pc:sldMkLst>
        <pc:picChg chg="del">
          <ac:chgData name="a.sami7@campus.unimib.it" userId="5df77fbe-be00-408f-9fa8-a8e123ca5b90" providerId="ADAL" clId="{6198C274-2C42-4DAD-B768-DC14DD541DEA}" dt="2025-11-29T18:11:17.285" v="308" actId="478"/>
          <ac:picMkLst>
            <pc:docMk/>
            <pc:sldMk cId="0" sldId="276"/>
            <ac:picMk id="2" creationId="{00000000-0000-0000-0000-000000000000}"/>
          </ac:picMkLst>
        </pc:picChg>
        <pc:picChg chg="add mod">
          <ac:chgData name="a.sami7@campus.unimib.it" userId="5df77fbe-be00-408f-9fa8-a8e123ca5b90" providerId="ADAL" clId="{6198C274-2C42-4DAD-B768-DC14DD541DEA}" dt="2025-11-29T18:13:44.477" v="323" actId="1076"/>
          <ac:picMkLst>
            <pc:docMk/>
            <pc:sldMk cId="0" sldId="276"/>
            <ac:picMk id="4" creationId="{E90CBEFA-4B8E-6D37-1A51-2DEA317FDFA2}"/>
          </ac:picMkLst>
        </pc:picChg>
      </pc:sldChg>
      <pc:sldChg chg="addSp delSp modSp mod ord">
        <pc:chgData name="a.sami7@campus.unimib.it" userId="5df77fbe-be00-408f-9fa8-a8e123ca5b90" providerId="ADAL" clId="{6198C274-2C42-4DAD-B768-DC14DD541DEA}" dt="2025-11-29T18:19:29.617" v="410" actId="20577"/>
        <pc:sldMkLst>
          <pc:docMk/>
          <pc:sldMk cId="0" sldId="277"/>
        </pc:sldMkLst>
        <pc:spChg chg="add mod">
          <ac:chgData name="a.sami7@campus.unimib.it" userId="5df77fbe-be00-408f-9fa8-a8e123ca5b90" providerId="ADAL" clId="{6198C274-2C42-4DAD-B768-DC14DD541DEA}" dt="2025-11-29T18:19:29.617" v="410" actId="20577"/>
          <ac:spMkLst>
            <pc:docMk/>
            <pc:sldMk cId="0" sldId="277"/>
            <ac:spMk id="4" creationId="{B6D03CED-9F29-C5F8-3305-59FD05663B30}"/>
          </ac:spMkLst>
        </pc:spChg>
        <pc:spChg chg="add mod">
          <ac:chgData name="a.sami7@campus.unimib.it" userId="5df77fbe-be00-408f-9fa8-a8e123ca5b90" providerId="ADAL" clId="{6198C274-2C42-4DAD-B768-DC14DD541DEA}" dt="2025-11-29T18:16:31.062" v="345" actId="207"/>
          <ac:spMkLst>
            <pc:docMk/>
            <pc:sldMk cId="0" sldId="277"/>
            <ac:spMk id="6" creationId="{13A04B80-C738-0CB5-8DC0-189423625280}"/>
          </ac:spMkLst>
        </pc:spChg>
        <pc:picChg chg="del">
          <ac:chgData name="a.sami7@campus.unimib.it" userId="5df77fbe-be00-408f-9fa8-a8e123ca5b90" providerId="ADAL" clId="{6198C274-2C42-4DAD-B768-DC14DD541DEA}" dt="2025-11-29T18:13:51.373" v="324" actId="478"/>
          <ac:picMkLst>
            <pc:docMk/>
            <pc:sldMk cId="0" sldId="277"/>
            <ac:picMk id="2" creationId="{00000000-0000-0000-0000-000000000000}"/>
          </ac:picMkLst>
        </pc:picChg>
      </pc:sldChg>
      <pc:sldChg chg="addSp delSp modSp mod">
        <pc:chgData name="a.sami7@campus.unimib.it" userId="5df77fbe-be00-408f-9fa8-a8e123ca5b90" providerId="ADAL" clId="{6198C274-2C42-4DAD-B768-DC14DD541DEA}" dt="2025-11-29T18:57:08.692" v="743" actId="313"/>
        <pc:sldMkLst>
          <pc:docMk/>
          <pc:sldMk cId="0" sldId="278"/>
        </pc:sldMkLst>
        <pc:spChg chg="mod">
          <ac:chgData name="a.sami7@campus.unimib.it" userId="5df77fbe-be00-408f-9fa8-a8e123ca5b90" providerId="ADAL" clId="{6198C274-2C42-4DAD-B768-DC14DD541DEA}" dt="2025-11-29T18:57:08.692" v="743" actId="313"/>
          <ac:spMkLst>
            <pc:docMk/>
            <pc:sldMk cId="0" sldId="278"/>
            <ac:spMk id="2" creationId="{00000000-0000-0000-0000-000000000000}"/>
          </ac:spMkLst>
        </pc:spChg>
        <pc:spChg chg="del mod">
          <ac:chgData name="a.sami7@campus.unimib.it" userId="5df77fbe-be00-408f-9fa8-a8e123ca5b90" providerId="ADAL" clId="{6198C274-2C42-4DAD-B768-DC14DD541DEA}" dt="2025-11-29T18:24:46.634" v="434" actId="478"/>
          <ac:spMkLst>
            <pc:docMk/>
            <pc:sldMk cId="0" sldId="278"/>
            <ac:spMk id="4" creationId="{00000000-0000-0000-0000-000000000000}"/>
          </ac:spMkLst>
        </pc:spChg>
        <pc:spChg chg="add mod">
          <ac:chgData name="a.sami7@campus.unimib.it" userId="5df77fbe-be00-408f-9fa8-a8e123ca5b90" providerId="ADAL" clId="{6198C274-2C42-4DAD-B768-DC14DD541DEA}" dt="2025-11-29T18:26:57.101" v="457" actId="14100"/>
          <ac:spMkLst>
            <pc:docMk/>
            <pc:sldMk cId="0" sldId="278"/>
            <ac:spMk id="6" creationId="{1DC1B9DD-CBCD-F74C-BA8A-3F20239BAF85}"/>
          </ac:spMkLst>
        </pc:spChg>
        <pc:picChg chg="del">
          <ac:chgData name="a.sami7@campus.unimib.it" userId="5df77fbe-be00-408f-9fa8-a8e123ca5b90" providerId="ADAL" clId="{6198C274-2C42-4DAD-B768-DC14DD541DEA}" dt="2025-11-29T18:28:40.375" v="460" actId="478"/>
          <ac:picMkLst>
            <pc:docMk/>
            <pc:sldMk cId="0" sldId="278"/>
            <ac:picMk id="3" creationId="{00000000-0000-0000-0000-000000000000}"/>
          </ac:picMkLst>
        </pc:picChg>
        <pc:picChg chg="add mod modCrop">
          <ac:chgData name="a.sami7@campus.unimib.it" userId="5df77fbe-be00-408f-9fa8-a8e123ca5b90" providerId="ADAL" clId="{6198C274-2C42-4DAD-B768-DC14DD541DEA}" dt="2025-11-29T18:29:21.611" v="471" actId="1076"/>
          <ac:picMkLst>
            <pc:docMk/>
            <pc:sldMk cId="0" sldId="278"/>
            <ac:picMk id="8" creationId="{852C3CCF-1EE0-B559-D980-E402E8FC5571}"/>
          </ac:picMkLst>
        </pc:picChg>
      </pc:sldChg>
      <pc:sldChg chg="add del ord">
        <pc:chgData name="a.sami7@campus.unimib.it" userId="5df77fbe-be00-408f-9fa8-a8e123ca5b90" providerId="ADAL" clId="{6198C274-2C42-4DAD-B768-DC14DD541DEA}" dt="2025-11-29T18:14:46.599" v="332" actId="47"/>
        <pc:sldMkLst>
          <pc:docMk/>
          <pc:sldMk cId="506347159" sldId="279"/>
        </pc:sldMkLst>
      </pc:sldChg>
      <pc:sldChg chg="modSp add mod">
        <pc:chgData name="a.sami7@campus.unimib.it" userId="5df77fbe-be00-408f-9fa8-a8e123ca5b90" providerId="ADAL" clId="{6198C274-2C42-4DAD-B768-DC14DD541DEA}" dt="2025-11-29T18:38:54.852" v="581" actId="1076"/>
        <pc:sldMkLst>
          <pc:docMk/>
          <pc:sldMk cId="1607118771" sldId="279"/>
        </pc:sldMkLst>
        <pc:spChg chg="mod">
          <ac:chgData name="a.sami7@campus.unimib.it" userId="5df77fbe-be00-408f-9fa8-a8e123ca5b90" providerId="ADAL" clId="{6198C274-2C42-4DAD-B768-DC14DD541DEA}" dt="2025-11-29T18:38:54.852" v="581" actId="1076"/>
          <ac:spMkLst>
            <pc:docMk/>
            <pc:sldMk cId="1607118771" sldId="279"/>
            <ac:spMk id="2" creationId="{1FA9CC1F-3D50-BDA5-842A-178C2DEEEBFB}"/>
          </ac:spMkLst>
        </pc:spChg>
        <pc:spChg chg="mod">
          <ac:chgData name="a.sami7@campus.unimib.it" userId="5df77fbe-be00-408f-9fa8-a8e123ca5b90" providerId="ADAL" clId="{6198C274-2C42-4DAD-B768-DC14DD541DEA}" dt="2025-11-29T18:35:58.490" v="544" actId="255"/>
          <ac:spMkLst>
            <pc:docMk/>
            <pc:sldMk cId="1607118771" sldId="279"/>
            <ac:spMk id="3" creationId="{47ECC7BD-FD44-5D44-BFA5-3BF1384969FE}"/>
          </ac:spMkLst>
        </pc:spChg>
      </pc:sldChg>
      <pc:sldChg chg="add del">
        <pc:chgData name="a.sami7@campus.unimib.it" userId="5df77fbe-be00-408f-9fa8-a8e123ca5b90" providerId="ADAL" clId="{6198C274-2C42-4DAD-B768-DC14DD541DEA}" dt="2025-11-29T18:35:08.738" v="534"/>
        <pc:sldMkLst>
          <pc:docMk/>
          <pc:sldMk cId="24652780" sldId="280"/>
        </pc:sldMkLst>
      </pc:sldChg>
      <pc:sldChg chg="add del">
        <pc:chgData name="a.sami7@campus.unimib.it" userId="5df77fbe-be00-408f-9fa8-a8e123ca5b90" providerId="ADAL" clId="{6198C274-2C42-4DAD-B768-DC14DD541DEA}" dt="2025-11-29T18:14:40.057" v="331"/>
        <pc:sldMkLst>
          <pc:docMk/>
          <pc:sldMk cId="1566589162" sldId="280"/>
        </pc:sldMkLst>
      </pc:sldChg>
      <pc:sldChg chg="add del">
        <pc:chgData name="a.sami7@campus.unimib.it" userId="5df77fbe-be00-408f-9fa8-a8e123ca5b90" providerId="ADAL" clId="{6198C274-2C42-4DAD-B768-DC14DD541DEA}" dt="2025-11-29T18:35:10.370" v="536"/>
        <pc:sldMkLst>
          <pc:docMk/>
          <pc:sldMk cId="2973766017" sldId="280"/>
        </pc:sldMkLst>
      </pc:sldChg>
      <pc:sldChg chg="add del">
        <pc:chgData name="a.sami7@campus.unimib.it" userId="5df77fbe-be00-408f-9fa8-a8e123ca5b90" providerId="ADAL" clId="{6198C274-2C42-4DAD-B768-DC14DD541DEA}" dt="2025-11-29T18:35:05.360" v="532"/>
        <pc:sldMkLst>
          <pc:docMk/>
          <pc:sldMk cId="4193152133" sldId="28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1800" b="1" i="0">
                <a:solidFill>
                  <a:srgbClr val="595959"/>
                </a:solidFill>
                <a:latin typeface="Trebuchet MS"/>
                <a:cs typeface="Trebuchet MS"/>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30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39149" y="99"/>
            <a:ext cx="4705350" cy="5143500"/>
          </a:xfrm>
          <a:custGeom>
            <a:avLst/>
            <a:gdLst/>
            <a:ahLst/>
            <a:cxnLst/>
            <a:rect l="l" t="t" r="r" b="b"/>
            <a:pathLst>
              <a:path w="4705350" h="5143500">
                <a:moveTo>
                  <a:pt x="4704899" y="5143499"/>
                </a:moveTo>
                <a:lnTo>
                  <a:pt x="0" y="5143499"/>
                </a:lnTo>
                <a:lnTo>
                  <a:pt x="0" y="0"/>
                </a:lnTo>
                <a:lnTo>
                  <a:pt x="4704899" y="0"/>
                </a:lnTo>
                <a:lnTo>
                  <a:pt x="4704899" y="5143499"/>
                </a:lnTo>
                <a:close/>
              </a:path>
            </a:pathLst>
          </a:custGeom>
          <a:solidFill>
            <a:srgbClr val="EEEEEE"/>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800" b="1" i="0">
                <a:solidFill>
                  <a:srgbClr val="59595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30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595959"/>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59595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1050" y="320280"/>
            <a:ext cx="8741899" cy="299720"/>
          </a:xfrm>
          <a:prstGeom prst="rect">
            <a:avLst/>
          </a:prstGeom>
        </p:spPr>
        <p:txBody>
          <a:bodyPr wrap="square" lIns="0" tIns="0" rIns="0" bIns="0">
            <a:spAutoFit/>
          </a:bodyPr>
          <a:lstStyle>
            <a:lvl1pPr>
              <a:defRPr sz="1800" b="1" i="0">
                <a:solidFill>
                  <a:srgbClr val="595959"/>
                </a:solidFill>
                <a:latin typeface="Trebuchet MS"/>
                <a:cs typeface="Trebuchet MS"/>
              </a:defRPr>
            </a:lvl1pPr>
          </a:lstStyle>
          <a:p>
            <a:endParaRPr/>
          </a:p>
        </p:txBody>
      </p:sp>
      <p:sp>
        <p:nvSpPr>
          <p:cNvPr id="3" name="Holder 3"/>
          <p:cNvSpPr>
            <a:spLocks noGrp="1"/>
          </p:cNvSpPr>
          <p:nvPr>
            <p:ph type="body" idx="1"/>
          </p:nvPr>
        </p:nvSpPr>
        <p:spPr>
          <a:xfrm>
            <a:off x="4648225" y="1469740"/>
            <a:ext cx="4406900" cy="2128520"/>
          </a:xfrm>
          <a:prstGeom prst="rect">
            <a:avLst/>
          </a:prstGeom>
        </p:spPr>
        <p:txBody>
          <a:bodyPr wrap="square" lIns="0" tIns="0" rIns="0" bIns="0">
            <a:spAutoFit/>
          </a:bodyPr>
          <a:lstStyle>
            <a:lvl1pPr>
              <a:defRPr sz="30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samiwadho2002@gmail.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amiwadh/Global-Burden-of-Disease-Project" TargetMode="External"/><Relationship Id="rId2" Type="http://schemas.openxmlformats.org/officeDocument/2006/relationships/hyperlink" Target="https://ghdx.healthdata.org/record/global-burden-disease-study-2021-gbd-2021-socio-demographic-index-sdi-1950&#8211;202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ghdx.healthdata.org/record/global-burden-disease-study-2021-gbd-2021-socio-demographic-index-sdi-1950&#8211;2021"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472528" y="2634233"/>
            <a:ext cx="8199120" cy="1828800"/>
          </a:xfrm>
          <a:custGeom>
            <a:avLst/>
            <a:gdLst/>
            <a:ahLst/>
            <a:cxnLst/>
            <a:rect l="l" t="t" r="r" b="b"/>
            <a:pathLst>
              <a:path w="8199120" h="1828800">
                <a:moveTo>
                  <a:pt x="4926622" y="1493012"/>
                </a:moveTo>
                <a:lnTo>
                  <a:pt x="3272307" y="1493012"/>
                </a:lnTo>
                <a:lnTo>
                  <a:pt x="3272307" y="1828292"/>
                </a:lnTo>
                <a:lnTo>
                  <a:pt x="4926622" y="1828292"/>
                </a:lnTo>
                <a:lnTo>
                  <a:pt x="4926622" y="1493012"/>
                </a:lnTo>
                <a:close/>
              </a:path>
              <a:path w="8199120" h="1828800">
                <a:moveTo>
                  <a:pt x="6533997" y="385572"/>
                </a:moveTo>
                <a:lnTo>
                  <a:pt x="1664931" y="385572"/>
                </a:lnTo>
                <a:lnTo>
                  <a:pt x="1664931" y="720852"/>
                </a:lnTo>
                <a:lnTo>
                  <a:pt x="6533997" y="720852"/>
                </a:lnTo>
                <a:lnTo>
                  <a:pt x="6533997" y="385572"/>
                </a:lnTo>
                <a:close/>
              </a:path>
              <a:path w="8199120" h="1828800">
                <a:moveTo>
                  <a:pt x="8198929" y="0"/>
                </a:moveTo>
                <a:lnTo>
                  <a:pt x="0" y="0"/>
                </a:lnTo>
                <a:lnTo>
                  <a:pt x="0" y="335280"/>
                </a:lnTo>
                <a:lnTo>
                  <a:pt x="8198929" y="335280"/>
                </a:lnTo>
                <a:lnTo>
                  <a:pt x="8198929" y="0"/>
                </a:lnTo>
                <a:close/>
              </a:path>
            </a:pathLst>
          </a:custGeom>
          <a:solidFill>
            <a:srgbClr val="FFFFFF"/>
          </a:solidFill>
        </p:spPr>
        <p:txBody>
          <a:bodyPr wrap="square" lIns="0" tIns="0" rIns="0" bIns="0" rtlCol="0"/>
          <a:lstStyle/>
          <a:p>
            <a:endParaRPr/>
          </a:p>
        </p:txBody>
      </p:sp>
      <p:sp>
        <p:nvSpPr>
          <p:cNvPr id="6" name="object 6"/>
          <p:cNvSpPr txBox="1"/>
          <p:nvPr/>
        </p:nvSpPr>
        <p:spPr>
          <a:xfrm>
            <a:off x="178625" y="4798662"/>
            <a:ext cx="8616950" cy="193040"/>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Trebuchet MS"/>
                <a:cs typeface="Trebuchet MS"/>
              </a:rPr>
              <a:t>Image</a:t>
            </a:r>
            <a:r>
              <a:rPr sz="1100" spc="260" dirty="0">
                <a:solidFill>
                  <a:srgbClr val="FFFFFF"/>
                </a:solidFill>
                <a:latin typeface="Trebuchet MS"/>
                <a:cs typeface="Trebuchet MS"/>
              </a:rPr>
              <a:t> </a:t>
            </a:r>
            <a:r>
              <a:rPr sz="1100" dirty="0">
                <a:solidFill>
                  <a:srgbClr val="FFFFFF"/>
                </a:solidFill>
                <a:latin typeface="Trebuchet MS"/>
                <a:cs typeface="Trebuchet MS"/>
              </a:rPr>
              <a:t>source:</a:t>
            </a:r>
            <a:r>
              <a:rPr sz="1100" spc="260" dirty="0">
                <a:solidFill>
                  <a:srgbClr val="FFFFFF"/>
                </a:solidFill>
                <a:latin typeface="Trebuchet MS"/>
                <a:cs typeface="Trebuchet MS"/>
              </a:rPr>
              <a:t> </a:t>
            </a:r>
            <a:r>
              <a:rPr sz="1100" spc="55" dirty="0">
                <a:solidFill>
                  <a:srgbClr val="FFFFFF"/>
                </a:solidFill>
                <a:latin typeface="Trebuchet MS"/>
                <a:cs typeface="Trebuchet MS"/>
              </a:rPr>
              <a:t>Africa</a:t>
            </a:r>
            <a:r>
              <a:rPr sz="1100" spc="260" dirty="0">
                <a:solidFill>
                  <a:srgbClr val="FFFFFF"/>
                </a:solidFill>
                <a:latin typeface="Trebuchet MS"/>
                <a:cs typeface="Trebuchet MS"/>
              </a:rPr>
              <a:t> </a:t>
            </a:r>
            <a:r>
              <a:rPr sz="1100" spc="90" dirty="0">
                <a:solidFill>
                  <a:srgbClr val="FFFFFF"/>
                </a:solidFill>
                <a:latin typeface="Trebuchet MS"/>
                <a:cs typeface="Trebuchet MS"/>
              </a:rPr>
              <a:t>Rivista,</a:t>
            </a:r>
            <a:r>
              <a:rPr sz="1100" spc="265" dirty="0">
                <a:solidFill>
                  <a:srgbClr val="FFFFFF"/>
                </a:solidFill>
                <a:latin typeface="Trebuchet MS"/>
                <a:cs typeface="Trebuchet MS"/>
              </a:rPr>
              <a:t> </a:t>
            </a:r>
            <a:r>
              <a:rPr sz="1100" dirty="0">
                <a:solidFill>
                  <a:srgbClr val="FFFFFF"/>
                </a:solidFill>
                <a:latin typeface="Trebuchet MS"/>
                <a:cs typeface="Trebuchet MS"/>
              </a:rPr>
              <a:t>C.</a:t>
            </a:r>
            <a:r>
              <a:rPr sz="1100" spc="260" dirty="0">
                <a:solidFill>
                  <a:srgbClr val="FFFFFF"/>
                </a:solidFill>
                <a:latin typeface="Trebuchet MS"/>
                <a:cs typeface="Trebuchet MS"/>
              </a:rPr>
              <a:t> </a:t>
            </a:r>
            <a:r>
              <a:rPr sz="1100" dirty="0">
                <a:solidFill>
                  <a:srgbClr val="FFFFFF"/>
                </a:solidFill>
                <a:latin typeface="Trebuchet MS"/>
                <a:cs typeface="Trebuchet MS"/>
              </a:rPr>
              <a:t>Forlenza</a:t>
            </a:r>
            <a:r>
              <a:rPr sz="1100" spc="260" dirty="0">
                <a:solidFill>
                  <a:srgbClr val="FFFFFF"/>
                </a:solidFill>
                <a:latin typeface="Trebuchet MS"/>
                <a:cs typeface="Trebuchet MS"/>
              </a:rPr>
              <a:t> </a:t>
            </a:r>
            <a:r>
              <a:rPr sz="1100" spc="145" dirty="0">
                <a:solidFill>
                  <a:srgbClr val="FFFFFF"/>
                </a:solidFill>
                <a:latin typeface="Trebuchet MS"/>
                <a:cs typeface="Trebuchet MS"/>
              </a:rPr>
              <a:t>-</a:t>
            </a:r>
            <a:r>
              <a:rPr sz="1100" spc="265" dirty="0">
                <a:solidFill>
                  <a:srgbClr val="FFFFFF"/>
                </a:solidFill>
                <a:latin typeface="Trebuchet MS"/>
                <a:cs typeface="Trebuchet MS"/>
              </a:rPr>
              <a:t> </a:t>
            </a:r>
            <a:r>
              <a:rPr sz="1100" dirty="0">
                <a:solidFill>
                  <a:srgbClr val="FFFFFF"/>
                </a:solidFill>
                <a:latin typeface="Trebuchet MS"/>
                <a:cs typeface="Trebuchet MS"/>
              </a:rPr>
              <a:t>“La</a:t>
            </a:r>
            <a:r>
              <a:rPr sz="1100" spc="260" dirty="0">
                <a:solidFill>
                  <a:srgbClr val="FFFFFF"/>
                </a:solidFill>
                <a:latin typeface="Trebuchet MS"/>
                <a:cs typeface="Trebuchet MS"/>
              </a:rPr>
              <a:t> </a:t>
            </a:r>
            <a:r>
              <a:rPr sz="1100" dirty="0">
                <a:solidFill>
                  <a:srgbClr val="FFFFFF"/>
                </a:solidFill>
                <a:latin typeface="Trebuchet MS"/>
                <a:cs typeface="Trebuchet MS"/>
              </a:rPr>
              <a:t>guerra</a:t>
            </a:r>
            <a:r>
              <a:rPr sz="1100" spc="260" dirty="0">
                <a:solidFill>
                  <a:srgbClr val="FFFFFF"/>
                </a:solidFill>
                <a:latin typeface="Trebuchet MS"/>
                <a:cs typeface="Trebuchet MS"/>
              </a:rPr>
              <a:t> </a:t>
            </a:r>
            <a:r>
              <a:rPr sz="1100" spc="90" dirty="0">
                <a:solidFill>
                  <a:srgbClr val="FFFFFF"/>
                </a:solidFill>
                <a:latin typeface="Trebuchet MS"/>
                <a:cs typeface="Trebuchet MS"/>
              </a:rPr>
              <a:t>in</a:t>
            </a:r>
            <a:r>
              <a:rPr sz="1100" spc="265" dirty="0">
                <a:solidFill>
                  <a:srgbClr val="FFFFFF"/>
                </a:solidFill>
                <a:latin typeface="Trebuchet MS"/>
                <a:cs typeface="Trebuchet MS"/>
              </a:rPr>
              <a:t> </a:t>
            </a:r>
            <a:r>
              <a:rPr sz="1100" dirty="0">
                <a:solidFill>
                  <a:srgbClr val="FFFFFF"/>
                </a:solidFill>
                <a:latin typeface="Trebuchet MS"/>
                <a:cs typeface="Trebuchet MS"/>
              </a:rPr>
              <a:t>Sudan</a:t>
            </a:r>
            <a:r>
              <a:rPr sz="1100" spc="260" dirty="0">
                <a:solidFill>
                  <a:srgbClr val="FFFFFF"/>
                </a:solidFill>
                <a:latin typeface="Trebuchet MS"/>
                <a:cs typeface="Trebuchet MS"/>
              </a:rPr>
              <a:t> </a:t>
            </a:r>
            <a:r>
              <a:rPr sz="1100" dirty="0">
                <a:solidFill>
                  <a:srgbClr val="FFFFFF"/>
                </a:solidFill>
                <a:latin typeface="Trebuchet MS"/>
                <a:cs typeface="Trebuchet MS"/>
              </a:rPr>
              <a:t>e</a:t>
            </a:r>
            <a:r>
              <a:rPr sz="1100" spc="260" dirty="0">
                <a:solidFill>
                  <a:srgbClr val="FFFFFF"/>
                </a:solidFill>
                <a:latin typeface="Trebuchet MS"/>
                <a:cs typeface="Trebuchet MS"/>
              </a:rPr>
              <a:t> </a:t>
            </a:r>
            <a:r>
              <a:rPr sz="1100" spc="225" dirty="0">
                <a:solidFill>
                  <a:srgbClr val="FFFFFF"/>
                </a:solidFill>
                <a:latin typeface="Trebuchet MS"/>
                <a:cs typeface="Trebuchet MS"/>
              </a:rPr>
              <a:t>il</a:t>
            </a:r>
            <a:r>
              <a:rPr sz="1100" spc="265" dirty="0">
                <a:solidFill>
                  <a:srgbClr val="FFFFFF"/>
                </a:solidFill>
                <a:latin typeface="Trebuchet MS"/>
                <a:cs typeface="Trebuchet MS"/>
              </a:rPr>
              <a:t> </a:t>
            </a:r>
            <a:r>
              <a:rPr sz="1100" dirty="0">
                <a:solidFill>
                  <a:srgbClr val="FFFFFF"/>
                </a:solidFill>
                <a:latin typeface="Trebuchet MS"/>
                <a:cs typeface="Trebuchet MS"/>
              </a:rPr>
              <a:t>ruolo</a:t>
            </a:r>
            <a:r>
              <a:rPr sz="1100" spc="260" dirty="0">
                <a:solidFill>
                  <a:srgbClr val="FFFFFF"/>
                </a:solidFill>
                <a:latin typeface="Trebuchet MS"/>
                <a:cs typeface="Trebuchet MS"/>
              </a:rPr>
              <a:t> </a:t>
            </a:r>
            <a:r>
              <a:rPr sz="1100" dirty="0">
                <a:solidFill>
                  <a:srgbClr val="FFFFFF"/>
                </a:solidFill>
                <a:latin typeface="Trebuchet MS"/>
                <a:cs typeface="Trebuchet MS"/>
              </a:rPr>
              <a:t>nascosto</a:t>
            </a:r>
            <a:r>
              <a:rPr sz="1100" spc="260" dirty="0">
                <a:solidFill>
                  <a:srgbClr val="FFFFFF"/>
                </a:solidFill>
                <a:latin typeface="Trebuchet MS"/>
                <a:cs typeface="Trebuchet MS"/>
              </a:rPr>
              <a:t> </a:t>
            </a:r>
            <a:r>
              <a:rPr sz="1100" dirty="0">
                <a:solidFill>
                  <a:srgbClr val="FFFFFF"/>
                </a:solidFill>
                <a:latin typeface="Trebuchet MS"/>
                <a:cs typeface="Trebuchet MS"/>
              </a:rPr>
              <a:t>dei</a:t>
            </a:r>
            <a:r>
              <a:rPr sz="1100" spc="265" dirty="0">
                <a:solidFill>
                  <a:srgbClr val="FFFFFF"/>
                </a:solidFill>
                <a:latin typeface="Trebuchet MS"/>
                <a:cs typeface="Trebuchet MS"/>
              </a:rPr>
              <a:t> </a:t>
            </a:r>
            <a:r>
              <a:rPr sz="1100" dirty="0">
                <a:solidFill>
                  <a:srgbClr val="FFFFFF"/>
                </a:solidFill>
                <a:latin typeface="Trebuchet MS"/>
                <a:cs typeface="Trebuchet MS"/>
              </a:rPr>
              <a:t>mercenari</a:t>
            </a:r>
            <a:r>
              <a:rPr sz="1100" spc="260" dirty="0">
                <a:solidFill>
                  <a:srgbClr val="FFFFFF"/>
                </a:solidFill>
                <a:latin typeface="Trebuchet MS"/>
                <a:cs typeface="Trebuchet MS"/>
              </a:rPr>
              <a:t> </a:t>
            </a:r>
            <a:r>
              <a:rPr sz="1100" dirty="0">
                <a:solidFill>
                  <a:srgbClr val="FFFFFF"/>
                </a:solidFill>
                <a:latin typeface="Trebuchet MS"/>
                <a:cs typeface="Trebuchet MS"/>
              </a:rPr>
              <a:t>colombiani”,</a:t>
            </a:r>
            <a:r>
              <a:rPr sz="1100" spc="260" dirty="0">
                <a:solidFill>
                  <a:srgbClr val="FFFFFF"/>
                </a:solidFill>
                <a:latin typeface="Trebuchet MS"/>
                <a:cs typeface="Trebuchet MS"/>
              </a:rPr>
              <a:t> </a:t>
            </a:r>
            <a:r>
              <a:rPr sz="1100" dirty="0">
                <a:solidFill>
                  <a:srgbClr val="FFFFFF"/>
                </a:solidFill>
                <a:latin typeface="Trebuchet MS"/>
                <a:cs typeface="Trebuchet MS"/>
              </a:rPr>
              <a:t>8</a:t>
            </a:r>
            <a:r>
              <a:rPr sz="1100" spc="265" dirty="0">
                <a:solidFill>
                  <a:srgbClr val="FFFFFF"/>
                </a:solidFill>
                <a:latin typeface="Trebuchet MS"/>
                <a:cs typeface="Trebuchet MS"/>
              </a:rPr>
              <a:t> </a:t>
            </a:r>
            <a:r>
              <a:rPr sz="1100" dirty="0">
                <a:solidFill>
                  <a:srgbClr val="FFFFFF"/>
                </a:solidFill>
                <a:latin typeface="Trebuchet MS"/>
                <a:cs typeface="Trebuchet MS"/>
              </a:rPr>
              <a:t>feb.</a:t>
            </a:r>
            <a:r>
              <a:rPr sz="1100" spc="260" dirty="0">
                <a:solidFill>
                  <a:srgbClr val="FFFFFF"/>
                </a:solidFill>
                <a:latin typeface="Trebuchet MS"/>
                <a:cs typeface="Trebuchet MS"/>
              </a:rPr>
              <a:t> </a:t>
            </a:r>
            <a:r>
              <a:rPr sz="1100" spc="-10" dirty="0">
                <a:solidFill>
                  <a:srgbClr val="FFFFFF"/>
                </a:solidFill>
                <a:latin typeface="Trebuchet MS"/>
                <a:cs typeface="Trebuchet MS"/>
              </a:rPr>
              <a:t>2025.</a:t>
            </a:r>
            <a:endParaRPr sz="1100" dirty="0">
              <a:latin typeface="Trebuchet MS"/>
              <a:cs typeface="Trebuchet MS"/>
            </a:endParaRPr>
          </a:p>
        </p:txBody>
      </p:sp>
      <p:pic>
        <p:nvPicPr>
          <p:cNvPr id="10" name="Picture 9" descr="A close-up of a globe&#10;&#10;AI-generated content may be incorrect.">
            <a:extLst>
              <a:ext uri="{FF2B5EF4-FFF2-40B4-BE49-F238E27FC236}">
                <a16:creationId xmlns:a16="http://schemas.microsoft.com/office/drawing/2014/main" id="{E9513289-3F42-C637-45EE-954A0513B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721"/>
            <a:ext cx="9144001" cy="5167994"/>
          </a:xfrm>
          <a:prstGeom prst="rect">
            <a:avLst/>
          </a:prstGeom>
        </p:spPr>
      </p:pic>
      <p:sp>
        <p:nvSpPr>
          <p:cNvPr id="13" name="object 5"/>
          <p:cNvSpPr txBox="1"/>
          <p:nvPr/>
        </p:nvSpPr>
        <p:spPr>
          <a:xfrm>
            <a:off x="89312" y="132748"/>
            <a:ext cx="8978488" cy="1040028"/>
          </a:xfrm>
          <a:prstGeom prst="rect">
            <a:avLst/>
          </a:prstGeom>
        </p:spPr>
        <p:txBody>
          <a:bodyPr vert="horz" wrap="square" lIns="0" tIns="12700" rIns="0" bIns="0" rtlCol="0">
            <a:spAutoFit/>
          </a:bodyPr>
          <a:lstStyle/>
          <a:p>
            <a:pPr marL="12700" marR="5080">
              <a:lnSpc>
                <a:spcPct val="114999"/>
              </a:lnSpc>
              <a:spcBef>
                <a:spcPts val="100"/>
              </a:spcBef>
            </a:pPr>
            <a:r>
              <a:rPr lang="en-US" sz="1700" dirty="0">
                <a:solidFill>
                  <a:schemeClr val="accent3">
                    <a:lumMod val="60000"/>
                    <a:lumOff val="40000"/>
                  </a:schemeClr>
                </a:solidFill>
                <a:latin typeface="Trebuchet MS" panose="020B0603020202020204" pitchFamily="34" charset="0"/>
              </a:rPr>
              <a:t>			 </a:t>
            </a:r>
            <a:r>
              <a:rPr lang="en-US" sz="1800" b="1" dirty="0">
                <a:solidFill>
                  <a:schemeClr val="bg1"/>
                </a:solidFill>
              </a:rPr>
              <a:t>Data Visualization Pitch</a:t>
            </a:r>
            <a:endParaRPr lang="en-US" sz="1700" dirty="0">
              <a:solidFill>
                <a:schemeClr val="bg1"/>
              </a:solidFill>
              <a:latin typeface="Trebuchet MS" panose="020B0603020202020204" pitchFamily="34" charset="0"/>
            </a:endParaRPr>
          </a:p>
          <a:p>
            <a:pPr marL="12700" marR="5080">
              <a:lnSpc>
                <a:spcPct val="114999"/>
              </a:lnSpc>
              <a:spcBef>
                <a:spcPts val="100"/>
              </a:spcBef>
            </a:pPr>
            <a:r>
              <a:rPr lang="en-US" sz="1700" dirty="0">
                <a:solidFill>
                  <a:schemeClr val="bg1"/>
                </a:solidFill>
                <a:latin typeface="Trebuchet MS" panose="020B0603020202020204" pitchFamily="34" charset="0"/>
              </a:rPr>
              <a:t>Global Burden of Disease to SDI Analysis: Socio-Demographic Index Trends (1950–2021)</a:t>
            </a:r>
            <a:endParaRPr lang="en-US" sz="1700" dirty="0">
              <a:solidFill>
                <a:schemeClr val="bg1"/>
              </a:solidFill>
              <a:latin typeface="Trebuchet MS" panose="020B0603020202020204" pitchFamily="34" charset="0"/>
              <a:cs typeface="Trebuchet MS"/>
            </a:endParaRPr>
          </a:p>
          <a:p>
            <a:pPr marL="12700">
              <a:lnSpc>
                <a:spcPct val="100000"/>
              </a:lnSpc>
              <a:spcBef>
                <a:spcPts val="229"/>
              </a:spcBef>
            </a:pPr>
            <a:r>
              <a:rPr lang="en-US" sz="2400" dirty="0">
                <a:solidFill>
                  <a:schemeClr val="bg1"/>
                </a:solidFill>
                <a:latin typeface="Trebuchet MS" panose="020B0603020202020204" pitchFamily="34" charset="0"/>
                <a:cs typeface="Trebuchet MS"/>
              </a:rPr>
              <a:t>			Author: </a:t>
            </a:r>
            <a:r>
              <a:rPr lang="en-US" sz="2400" b="1" spc="65" dirty="0">
                <a:solidFill>
                  <a:schemeClr val="bg1"/>
                </a:solidFill>
                <a:latin typeface="Trebuchet MS" panose="020B0603020202020204" pitchFamily="34" charset="0"/>
                <a:cs typeface="Trebuchet MS"/>
              </a:rPr>
              <a:t>Abdul Sami</a:t>
            </a:r>
            <a:endParaRPr lang="en-US" sz="2400" dirty="0">
              <a:solidFill>
                <a:schemeClr val="bg1"/>
              </a:solidFill>
              <a:latin typeface="Trebuchet MS" panose="020B0603020202020204" pitchFamily="34" charset="0"/>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5253" y="430150"/>
            <a:ext cx="2768600" cy="515620"/>
          </a:xfrm>
          <a:prstGeom prst="rect">
            <a:avLst/>
          </a:prstGeom>
        </p:spPr>
        <p:txBody>
          <a:bodyPr vert="horz" wrap="square" lIns="0" tIns="12700" rIns="0" bIns="0" rtlCol="0">
            <a:spAutoFit/>
          </a:bodyPr>
          <a:lstStyle/>
          <a:p>
            <a:pPr algn="ctr">
              <a:lnSpc>
                <a:spcPct val="100000"/>
              </a:lnSpc>
              <a:spcBef>
                <a:spcPts val="100"/>
              </a:spcBef>
            </a:pPr>
            <a:r>
              <a:rPr dirty="0">
                <a:solidFill>
                  <a:srgbClr val="000000"/>
                </a:solidFill>
              </a:rPr>
              <a:t>Data</a:t>
            </a:r>
            <a:r>
              <a:rPr spc="240" dirty="0">
                <a:solidFill>
                  <a:srgbClr val="000000"/>
                </a:solidFill>
              </a:rPr>
              <a:t> </a:t>
            </a:r>
            <a:r>
              <a:rPr spc="65" dirty="0">
                <a:solidFill>
                  <a:srgbClr val="000000"/>
                </a:solidFill>
              </a:rPr>
              <a:t>Visualization</a:t>
            </a:r>
            <a:r>
              <a:rPr spc="245" dirty="0">
                <a:solidFill>
                  <a:srgbClr val="000000"/>
                </a:solidFill>
              </a:rPr>
              <a:t> </a:t>
            </a:r>
            <a:r>
              <a:rPr spc="-10" dirty="0">
                <a:solidFill>
                  <a:srgbClr val="000000"/>
                </a:solidFill>
              </a:rPr>
              <a:t>Pitch</a:t>
            </a:r>
          </a:p>
          <a:p>
            <a:pPr algn="ctr">
              <a:lnSpc>
                <a:spcPct val="100000"/>
              </a:lnSpc>
              <a:spcBef>
                <a:spcPts val="15"/>
              </a:spcBef>
            </a:pPr>
            <a:r>
              <a:rPr lang="en-US" sz="1400" spc="-50" dirty="0">
                <a:solidFill>
                  <a:srgbClr val="D66B55"/>
                </a:solidFill>
              </a:rPr>
              <a:t>Abdul Sami</a:t>
            </a:r>
            <a:endParaRPr sz="1400" dirty="0"/>
          </a:p>
        </p:txBody>
      </p:sp>
      <p:sp>
        <p:nvSpPr>
          <p:cNvPr id="3" name="object 3"/>
          <p:cNvSpPr txBox="1"/>
          <p:nvPr/>
        </p:nvSpPr>
        <p:spPr>
          <a:xfrm>
            <a:off x="5574012" y="4341513"/>
            <a:ext cx="2557145" cy="659155"/>
          </a:xfrm>
          <a:prstGeom prst="rect">
            <a:avLst/>
          </a:prstGeom>
        </p:spPr>
        <p:txBody>
          <a:bodyPr vert="horz" wrap="square" lIns="0" tIns="12700" rIns="0" bIns="0" rtlCol="0">
            <a:spAutoFit/>
          </a:bodyPr>
          <a:lstStyle/>
          <a:p>
            <a:pPr algn="ctr">
              <a:lnSpc>
                <a:spcPct val="100000"/>
              </a:lnSpc>
              <a:spcBef>
                <a:spcPts val="100"/>
              </a:spcBef>
            </a:pPr>
            <a:r>
              <a:rPr sz="1400" b="1" spc="-80" dirty="0">
                <a:latin typeface="Trebuchet MS"/>
                <a:cs typeface="Trebuchet MS"/>
              </a:rPr>
              <a:t>Author:</a:t>
            </a:r>
            <a:r>
              <a:rPr sz="1400" b="1" spc="-90" dirty="0">
                <a:latin typeface="Trebuchet MS"/>
                <a:cs typeface="Trebuchet MS"/>
              </a:rPr>
              <a:t> </a:t>
            </a:r>
            <a:r>
              <a:rPr lang="en-US" sz="1400" b="1" spc="-50" dirty="0">
                <a:solidFill>
                  <a:srgbClr val="D66B55"/>
                </a:solidFill>
                <a:latin typeface="Trebuchet MS"/>
                <a:cs typeface="Trebuchet MS"/>
              </a:rPr>
              <a:t>Abdul Sami</a:t>
            </a:r>
            <a:endParaRPr sz="1400" dirty="0">
              <a:latin typeface="Trebuchet MS"/>
              <a:cs typeface="Trebuchet MS"/>
            </a:endParaRPr>
          </a:p>
          <a:p>
            <a:pPr algn="ctr">
              <a:lnSpc>
                <a:spcPct val="100000"/>
              </a:lnSpc>
            </a:pPr>
            <a:r>
              <a:rPr sz="1400" b="1" dirty="0">
                <a:latin typeface="Trebuchet MS"/>
                <a:cs typeface="Trebuchet MS"/>
              </a:rPr>
              <a:t>E-</a:t>
            </a:r>
            <a:r>
              <a:rPr sz="1400" b="1" spc="-75" dirty="0">
                <a:latin typeface="Trebuchet MS"/>
                <a:cs typeface="Trebuchet MS"/>
              </a:rPr>
              <a:t>mail:</a:t>
            </a:r>
            <a:r>
              <a:rPr sz="1400" b="1" spc="-70" dirty="0">
                <a:latin typeface="Trebuchet MS"/>
                <a:cs typeface="Trebuchet MS"/>
              </a:rPr>
              <a:t> </a:t>
            </a:r>
            <a:r>
              <a:rPr lang="en-US" sz="1400" b="1" spc="-25" dirty="0">
                <a:solidFill>
                  <a:srgbClr val="D66B55"/>
                </a:solidFill>
                <a:latin typeface="Trebuchet MS"/>
                <a:cs typeface="Trebuchet MS"/>
                <a:hlinkClick r:id="rId2"/>
              </a:rPr>
              <a:t>samiwadho2002@gmail.com</a:t>
            </a:r>
            <a:endParaRPr sz="1400" dirty="0">
              <a:latin typeface="Trebuchet MS"/>
              <a:cs typeface="Trebuchet MS"/>
            </a:endParaRPr>
          </a:p>
        </p:txBody>
      </p:sp>
      <p:sp>
        <p:nvSpPr>
          <p:cNvPr id="4" name="object 4"/>
          <p:cNvSpPr/>
          <p:nvPr/>
        </p:nvSpPr>
        <p:spPr>
          <a:xfrm>
            <a:off x="4572000" y="0"/>
            <a:ext cx="0" cy="5134610"/>
          </a:xfrm>
          <a:custGeom>
            <a:avLst/>
            <a:gdLst/>
            <a:ahLst/>
            <a:cxnLst/>
            <a:rect l="l" t="t" r="r" b="b"/>
            <a:pathLst>
              <a:path h="5134610">
                <a:moveTo>
                  <a:pt x="0" y="0"/>
                </a:moveTo>
                <a:lnTo>
                  <a:pt x="0" y="5134499"/>
                </a:lnTo>
              </a:path>
            </a:pathLst>
          </a:custGeom>
          <a:ln w="9524">
            <a:solidFill>
              <a:srgbClr val="B7B7B7"/>
            </a:solidFill>
          </a:ln>
        </p:spPr>
        <p:txBody>
          <a:bodyPr wrap="square" lIns="0" tIns="0" rIns="0" bIns="0" rtlCol="0"/>
          <a:lstStyle/>
          <a:p>
            <a:endParaRPr/>
          </a:p>
        </p:txBody>
      </p:sp>
      <p:sp>
        <p:nvSpPr>
          <p:cNvPr id="5" name="object 5"/>
          <p:cNvSpPr txBox="1">
            <a:spLocks noGrp="1"/>
          </p:cNvSpPr>
          <p:nvPr>
            <p:ph type="body" idx="1"/>
          </p:nvPr>
        </p:nvSpPr>
        <p:spPr>
          <a:xfrm>
            <a:off x="4648225" y="1469740"/>
            <a:ext cx="4406900" cy="2623026"/>
          </a:xfrm>
          <a:prstGeom prst="rect">
            <a:avLst/>
          </a:prstGeom>
        </p:spPr>
        <p:txBody>
          <a:bodyPr vert="horz" wrap="square" lIns="0" tIns="12700" rIns="0" bIns="0" rtlCol="0">
            <a:spAutoFit/>
          </a:bodyPr>
          <a:lstStyle/>
          <a:p>
            <a:pPr marL="12700" marR="5080" algn="ctr">
              <a:lnSpc>
                <a:spcPct val="114999"/>
              </a:lnSpc>
              <a:spcBef>
                <a:spcPts val="100"/>
              </a:spcBef>
              <a:tabLst>
                <a:tab pos="774065" algn="l"/>
                <a:tab pos="1536065" algn="l"/>
                <a:tab pos="1726564" algn="l"/>
                <a:tab pos="2869565" algn="l"/>
                <a:tab pos="3250565" algn="l"/>
              </a:tabLst>
            </a:pPr>
            <a:r>
              <a:rPr lang="en-US" dirty="0"/>
              <a:t>How has global and Italy’s Socio-Demographic Index (SDI) evolved from 1950 to 2021</a:t>
            </a:r>
            <a:r>
              <a:rPr spc="-10" dirty="0"/>
              <a:t>?</a:t>
            </a:r>
          </a:p>
        </p:txBody>
      </p:sp>
      <p:sp>
        <p:nvSpPr>
          <p:cNvPr id="6" name="object 6"/>
          <p:cNvSpPr txBox="1"/>
          <p:nvPr/>
        </p:nvSpPr>
        <p:spPr>
          <a:xfrm>
            <a:off x="191275" y="3490520"/>
            <a:ext cx="4279900" cy="1410579"/>
          </a:xfrm>
          <a:prstGeom prst="rect">
            <a:avLst/>
          </a:prstGeom>
        </p:spPr>
        <p:txBody>
          <a:bodyPr vert="horz" wrap="square" lIns="0" tIns="9525" rIns="0" bIns="0" rtlCol="0">
            <a:spAutoFit/>
          </a:bodyPr>
          <a:lstStyle/>
          <a:p>
            <a:pPr marL="12700" marR="5080">
              <a:lnSpc>
                <a:spcPct val="114999"/>
              </a:lnSpc>
              <a:spcBef>
                <a:spcPts val="75"/>
              </a:spcBef>
            </a:pPr>
            <a:r>
              <a:rPr lang="en-US" sz="1000" i="1" dirty="0">
                <a:latin typeface="Trebuchet MS" panose="020B0603020202020204" pitchFamily="34" charset="0"/>
              </a:rPr>
              <a:t>This analysis examines the evolution of the Socio-Demographic Index (SDI) from 1950 to 2021, using data from the IHME Global Burden of Disease Study 2021. Through a comparative and regional approach, the research focuses on global trends as well as Italy’s trajectory, highlighting the social, educational, and economic factors that have shaped human development over the past seven decades. The analysis provides insights into disparities, relative progress, and long-term development patterns across countries and regions</a:t>
            </a:r>
            <a:endParaRPr sz="1000" i="1" dirty="0">
              <a:latin typeface="Trebuchet MS" panose="020B0603020202020204" pitchFamily="34" charset="0"/>
              <a:cs typeface="Trebuchet MS"/>
            </a:endParaRPr>
          </a:p>
        </p:txBody>
      </p:sp>
      <p:pic>
        <p:nvPicPr>
          <p:cNvPr id="9" name="Picture 8" descr="A map of the world&#10;&#10;AI-generated content may be incorrect.">
            <a:extLst>
              <a:ext uri="{FF2B5EF4-FFF2-40B4-BE49-F238E27FC236}">
                <a16:creationId xmlns:a16="http://schemas.microsoft.com/office/drawing/2014/main" id="{CB2539E2-8335-D01F-E723-BC37E55C7A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435" y="939291"/>
            <a:ext cx="4470340" cy="23944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0600" y="361950"/>
            <a:ext cx="2082800" cy="299720"/>
          </a:xfrm>
          <a:prstGeom prst="rect">
            <a:avLst/>
          </a:prstGeom>
        </p:spPr>
        <p:txBody>
          <a:bodyPr vert="horz" wrap="square" lIns="0" tIns="12700" rIns="0" bIns="0" rtlCol="0">
            <a:spAutoFit/>
          </a:bodyPr>
          <a:lstStyle/>
          <a:p>
            <a:pPr marL="12700">
              <a:lnSpc>
                <a:spcPct val="100000"/>
              </a:lnSpc>
              <a:spcBef>
                <a:spcPts val="100"/>
              </a:spcBef>
            </a:pPr>
            <a:r>
              <a:rPr lang="en-US" dirty="0">
                <a:latin typeface="Centaur Now Caption" pitchFamily="2" charset="0"/>
                <a:cs typeface="Centaur Now Caption" pitchFamily="2" charset="0"/>
              </a:rPr>
              <a:t>Questions</a:t>
            </a:r>
            <a:endParaRPr spc="-10" dirty="0">
              <a:solidFill>
                <a:srgbClr val="D66B55"/>
              </a:solidFill>
            </a:endParaRPr>
          </a:p>
        </p:txBody>
      </p:sp>
      <p:sp>
        <p:nvSpPr>
          <p:cNvPr id="3" name="object 3"/>
          <p:cNvSpPr txBox="1"/>
          <p:nvPr/>
        </p:nvSpPr>
        <p:spPr>
          <a:xfrm>
            <a:off x="632552" y="819150"/>
            <a:ext cx="7505700" cy="4260141"/>
          </a:xfrm>
          <a:prstGeom prst="rect">
            <a:avLst/>
          </a:prstGeom>
        </p:spPr>
        <p:txBody>
          <a:bodyPr vert="horz" wrap="square" lIns="0" tIns="12700" rIns="0" bIns="0" rtlCol="0">
            <a:spAutoFit/>
          </a:bodyPr>
          <a:lstStyle/>
          <a:p>
            <a:pPr marL="0" indent="0">
              <a:buNone/>
            </a:pPr>
            <a:r>
              <a:rPr lang="en-US" sz="1200" dirty="0">
                <a:latin typeface="Trebuchet MS" panose="020B0603020202020204" pitchFamily="34" charset="0"/>
                <a:cs typeface="Centaur Now Caption" pitchFamily="2" charset="0"/>
              </a:rPr>
              <a:t>This analysis aims to explore the long-term evolution of </a:t>
            </a:r>
            <a:r>
              <a:rPr lang="en-US" sz="1200" b="1" dirty="0">
                <a:latin typeface="Trebuchet MS" panose="020B0603020202020204" pitchFamily="34" charset="0"/>
                <a:cs typeface="Centaur Now Caption" pitchFamily="2" charset="0"/>
              </a:rPr>
              <a:t>Socio-Demographic Index (SDI)</a:t>
            </a:r>
            <a:r>
              <a:rPr lang="en-US" sz="1200" dirty="0">
                <a:latin typeface="Trebuchet MS" panose="020B0603020202020204" pitchFamily="34" charset="0"/>
                <a:cs typeface="Centaur Now Caption" pitchFamily="2" charset="0"/>
              </a:rPr>
              <a:t> levels across countries and Italy from </a:t>
            </a:r>
            <a:r>
              <a:rPr lang="en-US" sz="1200" b="1" dirty="0">
                <a:latin typeface="Trebuchet MS" panose="020B0603020202020204" pitchFamily="34" charset="0"/>
                <a:cs typeface="Centaur Now Caption" pitchFamily="2" charset="0"/>
              </a:rPr>
              <a:t>1950 to 2021</a:t>
            </a:r>
            <a:r>
              <a:rPr lang="en-US" sz="1200" dirty="0">
                <a:latin typeface="Trebuchet MS" panose="020B0603020202020204" pitchFamily="34" charset="0"/>
                <a:cs typeface="Centaur Now Caption" pitchFamily="2" charset="0"/>
              </a:rPr>
              <a:t>, connecting quantitative development patterns with the broader global social, economic, and demographic context.</a:t>
            </a:r>
          </a:p>
          <a:p>
            <a:pPr lvl="5"/>
            <a:r>
              <a:rPr lang="en-US" sz="1400" b="1" dirty="0">
                <a:latin typeface="Trebuchet MS" panose="020B0603020202020204" pitchFamily="34" charset="0"/>
                <a:cs typeface="Centaur Now Caption" pitchFamily="2" charset="0"/>
              </a:rPr>
              <a:t>The key research questions guiding the project are:</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has global SDI evolved from 1950 to 2021?</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does Italy’s SDI trajectory compare with global and regional peers?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Which countries or regions contributed most to changes in global SDI?</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Which countries or regions contributed most to changes in global SDI?</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What long-term social and demographic factors might explain Italy’s SDI trends?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persistent and stable is Italy’s development progress over the decades?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Which periods in Italy’s SDI history show notable acceleration or stagnation, and what social or policy factors could explain these shifts?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evenly has development progressed across years in Italy, and are there periods of unusually high or low SDI variation?</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Does Italy’s long-term SDI trend indicate steady growth, and how does this compare to global development benchmarks?</a:t>
            </a:r>
          </a:p>
          <a:p>
            <a:pPr marL="171450" lvl="8" indent="-171450">
              <a:buFont typeface="Arial" panose="020B0604020202020204" pitchFamily="34" charset="0"/>
              <a:buChar char="•"/>
            </a:pPr>
            <a:r>
              <a:rPr lang="en-US" sz="1200" dirty="0">
                <a:latin typeface="Trebuchet MS" panose="020B0603020202020204" pitchFamily="34" charset="0"/>
                <a:cs typeface="Centaur Now Caption" pitchFamily="2" charset="0"/>
              </a:rPr>
              <a:t>How consistently does Italy outperform or underperform its peer group, and what lessons can be drawn about the stability of its development?</a:t>
            </a:r>
          </a:p>
          <a:p>
            <a:pPr marL="171450" lvl="5" indent="-171450">
              <a:buFont typeface="Arial" panose="020B0604020202020204" pitchFamily="34" charset="0"/>
              <a:buChar char="•"/>
            </a:pPr>
            <a:endParaRPr lang="en-US" sz="1200" dirty="0">
              <a:latin typeface="Trebuchet MS" panose="020B0603020202020204" pitchFamily="34" charset="0"/>
              <a:cs typeface="Centaur Now Caption" pitchFamily="2" charset="0"/>
            </a:endParaRPr>
          </a:p>
          <a:p>
            <a:pPr lvl="6"/>
            <a:endParaRPr lang="en-US" sz="1200" dirty="0">
              <a:latin typeface="Trebuchet MS" panose="020B0603020202020204" pitchFamily="34" charset="0"/>
              <a:cs typeface="Centaur Now Caption" pitchFamily="2" charset="0"/>
            </a:endParaRPr>
          </a:p>
          <a:p>
            <a:pPr lvl="5"/>
            <a:endParaRPr lang="en-US" sz="1200" dirty="0">
              <a:latin typeface="Trebuchet MS" panose="020B0603020202020204" pitchFamily="34" charset="0"/>
              <a:cs typeface="Centaur Now Caption" pitchFamily="2" charset="0"/>
            </a:endParaRPr>
          </a:p>
          <a:p>
            <a:pPr lvl="1"/>
            <a:endParaRPr lang="en-US" sz="1200" dirty="0">
              <a:latin typeface="Trebuchet MS" panose="020B0603020202020204" pitchFamily="34" charset="0"/>
              <a:cs typeface="Centaur Now Caption" pitchFamily="2" charset="0"/>
            </a:endParaRPr>
          </a:p>
          <a:p>
            <a:pPr lvl="1"/>
            <a:endParaRPr lang="en-US" sz="1200" b="1" dirty="0">
              <a:latin typeface="Trebuchet MS" panose="020B0603020202020204" pitchFamily="34" charset="0"/>
              <a:cs typeface="Centaur Now Caption"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2E7859-AB04-B0A0-6A84-39101F30E9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A9CC1F-3D50-BDA5-842A-178C2DEEEBFB}"/>
              </a:ext>
            </a:extLst>
          </p:cNvPr>
          <p:cNvSpPr txBox="1">
            <a:spLocks noGrp="1"/>
          </p:cNvSpPr>
          <p:nvPr>
            <p:ph type="title"/>
          </p:nvPr>
        </p:nvSpPr>
        <p:spPr>
          <a:xfrm>
            <a:off x="3657600" y="361950"/>
            <a:ext cx="2082800" cy="299720"/>
          </a:xfrm>
          <a:prstGeom prst="rect">
            <a:avLst/>
          </a:prstGeom>
        </p:spPr>
        <p:txBody>
          <a:bodyPr vert="horz" wrap="square" lIns="0" tIns="12700" rIns="0" bIns="0" rtlCol="0">
            <a:spAutoFit/>
          </a:bodyPr>
          <a:lstStyle/>
          <a:p>
            <a:pPr marL="12700">
              <a:lnSpc>
                <a:spcPct val="100000"/>
              </a:lnSpc>
              <a:spcBef>
                <a:spcPts val="100"/>
              </a:spcBef>
            </a:pPr>
            <a:r>
              <a:rPr lang="en-US" dirty="0">
                <a:latin typeface="Centaur Now Caption" pitchFamily="2" charset="0"/>
                <a:cs typeface="Centaur Now Caption" pitchFamily="2" charset="0"/>
              </a:rPr>
              <a:t>About the DATA</a:t>
            </a:r>
            <a:endParaRPr spc="-10" dirty="0">
              <a:solidFill>
                <a:srgbClr val="D66B55"/>
              </a:solidFill>
            </a:endParaRPr>
          </a:p>
        </p:txBody>
      </p:sp>
      <p:sp>
        <p:nvSpPr>
          <p:cNvPr id="3" name="object 3">
            <a:extLst>
              <a:ext uri="{FF2B5EF4-FFF2-40B4-BE49-F238E27FC236}">
                <a16:creationId xmlns:a16="http://schemas.microsoft.com/office/drawing/2014/main" id="{47ECC7BD-FD44-5D44-BFA5-3BF1384969FE}"/>
              </a:ext>
            </a:extLst>
          </p:cNvPr>
          <p:cNvSpPr txBox="1"/>
          <p:nvPr/>
        </p:nvSpPr>
        <p:spPr>
          <a:xfrm>
            <a:off x="632552" y="819150"/>
            <a:ext cx="7505700" cy="2782813"/>
          </a:xfrm>
          <a:prstGeom prst="rect">
            <a:avLst/>
          </a:prstGeom>
        </p:spPr>
        <p:txBody>
          <a:bodyPr vert="horz" wrap="square" lIns="0" tIns="12700" rIns="0" bIns="0" rtlCol="0">
            <a:spAutoFit/>
          </a:bodyPr>
          <a:lstStyle/>
          <a:p>
            <a:pPr marL="0" indent="0">
              <a:buNone/>
            </a:pPr>
            <a:r>
              <a:rPr lang="en-US" sz="1200" dirty="0">
                <a:latin typeface="Trebuchet MS" panose="020B0603020202020204" pitchFamily="34" charset="0"/>
                <a:cs typeface="Centaur Now Caption" pitchFamily="2" charset="0"/>
              </a:rPr>
              <a:t>Dataset: </a:t>
            </a:r>
            <a:r>
              <a:rPr lang="en-US" sz="1200" b="1" dirty="0">
                <a:latin typeface="Trebuchet MS" panose="020B0603020202020204" pitchFamily="34" charset="0"/>
                <a:cs typeface="Centaur Now Caption" pitchFamily="2" charset="0"/>
              </a:rPr>
              <a:t>Global Burden of Disease Study 2021 (</a:t>
            </a:r>
            <a:r>
              <a:rPr lang="en-US" sz="1200" b="1" dirty="0">
                <a:latin typeface="Trebuchet MS" panose="020B0603020202020204" pitchFamily="34" charset="0"/>
                <a:cs typeface="Centaur Now Caption" pitchFamily="2" charset="0"/>
                <a:hlinkClick r:id="rId2"/>
              </a:rPr>
              <a:t>Dataset</a:t>
            </a:r>
            <a:r>
              <a:rPr lang="en-US" sz="1200" b="1" dirty="0">
                <a:latin typeface="Trebuchet MS" panose="020B0603020202020204" pitchFamily="34" charset="0"/>
                <a:cs typeface="Centaur Now Caption" pitchFamily="2" charset="0"/>
              </a:rPr>
              <a:t> )</a:t>
            </a:r>
          </a:p>
          <a:p>
            <a:pPr marL="0" indent="0">
              <a:buNone/>
            </a:pPr>
            <a:r>
              <a:rPr lang="en-US" sz="1200" b="1" dirty="0">
                <a:latin typeface="Trebuchet MS" panose="020B0603020202020204" pitchFamily="34" charset="0"/>
                <a:cs typeface="Centaur Now Caption" pitchFamily="2" charset="0"/>
              </a:rPr>
              <a:t>GitHub : Project All Martial and Report(</a:t>
            </a:r>
            <a:r>
              <a:rPr lang="en-US" sz="1200" b="1" dirty="0" err="1">
                <a:latin typeface="Trebuchet MS" panose="020B0603020202020204" pitchFamily="34" charset="0"/>
                <a:cs typeface="Centaur Now Caption" pitchFamily="2" charset="0"/>
                <a:hlinkClick r:id="rId3"/>
              </a:rPr>
              <a:t>Github</a:t>
            </a:r>
            <a:r>
              <a:rPr lang="en-US" sz="1200" b="1" dirty="0">
                <a:latin typeface="Trebuchet MS" panose="020B0603020202020204" pitchFamily="34" charset="0"/>
                <a:cs typeface="Centaur Now Caption" pitchFamily="2" charset="0"/>
              </a:rPr>
              <a:t>)</a:t>
            </a:r>
          </a:p>
          <a:p>
            <a:pPr marL="0" indent="0">
              <a:buNone/>
            </a:pPr>
            <a:endParaRPr lang="en-US" sz="1200" dirty="0">
              <a:latin typeface="Trebuchet MS" panose="020B0603020202020204" pitchFamily="34" charset="0"/>
              <a:cs typeface="Centaur Now Caption" pitchFamily="2" charset="0"/>
            </a:endParaRPr>
          </a:p>
          <a:p>
            <a:pPr marL="0" indent="0">
              <a:buNone/>
            </a:pPr>
            <a:r>
              <a:rPr lang="en-US" sz="1200" dirty="0">
                <a:latin typeface="Trebuchet MS" panose="020B0603020202020204" pitchFamily="34" charset="0"/>
                <a:cs typeface="Centaur Now Caption" pitchFamily="2" charset="0"/>
              </a:rPr>
              <a:t>The dataset used in this project comes from the </a:t>
            </a:r>
            <a:r>
              <a:rPr lang="en-US" sz="1200" b="1" dirty="0">
                <a:latin typeface="Trebuchet MS" panose="020B0603020202020204" pitchFamily="34" charset="0"/>
                <a:cs typeface="Centaur Now Caption" pitchFamily="2" charset="0"/>
              </a:rPr>
              <a:t>Global Burden of Disease Study 2021 (GBD 2021)</a:t>
            </a:r>
            <a:r>
              <a:rPr lang="en-US" sz="1200" dirty="0">
                <a:latin typeface="Trebuchet MS" panose="020B0603020202020204" pitchFamily="34" charset="0"/>
                <a:cs typeface="Centaur Now Caption" pitchFamily="2" charset="0"/>
              </a:rPr>
              <a:t>, published by the </a:t>
            </a:r>
            <a:r>
              <a:rPr lang="en-US" sz="1200" b="1" dirty="0">
                <a:latin typeface="Trebuchet MS" panose="020B0603020202020204" pitchFamily="34" charset="0"/>
                <a:cs typeface="Centaur Now Caption" pitchFamily="2" charset="0"/>
              </a:rPr>
              <a:t>Institute for Health Metrics and Evaluation (IHME)</a:t>
            </a:r>
            <a:r>
              <a:rPr lang="en-US" sz="1200" dirty="0">
                <a:latin typeface="Trebuchet MS" panose="020B0603020202020204" pitchFamily="34" charset="0"/>
                <a:cs typeface="Centaur Now Caption" pitchFamily="2" charset="0"/>
              </a:rPr>
              <a:t>. It provides </a:t>
            </a:r>
            <a:r>
              <a:rPr lang="en-US" sz="1200" b="1" dirty="0">
                <a:latin typeface="Trebuchet MS" panose="020B0603020202020204" pitchFamily="34" charset="0"/>
                <a:cs typeface="Centaur Now Caption" pitchFamily="2" charset="0"/>
              </a:rPr>
              <a:t>annual Socio-Demographic Index (SDI)</a:t>
            </a:r>
            <a:r>
              <a:rPr lang="en-US" sz="1200" dirty="0">
                <a:latin typeface="Trebuchet MS" panose="020B0603020202020204" pitchFamily="34" charset="0"/>
                <a:cs typeface="Centaur Now Caption" pitchFamily="2" charset="0"/>
              </a:rPr>
              <a:t> values for </a:t>
            </a:r>
            <a:r>
              <a:rPr lang="en-US" sz="1200" b="1" dirty="0">
                <a:latin typeface="Trebuchet MS" panose="020B0603020202020204" pitchFamily="34" charset="0"/>
                <a:cs typeface="Centaur Now Caption" pitchFamily="2" charset="0"/>
              </a:rPr>
              <a:t>204 countries and territories</a:t>
            </a:r>
            <a:r>
              <a:rPr lang="en-US" sz="1200" dirty="0">
                <a:latin typeface="Trebuchet MS" panose="020B0603020202020204" pitchFamily="34" charset="0"/>
                <a:cs typeface="Centaur Now Caption" pitchFamily="2" charset="0"/>
              </a:rPr>
              <a:t> from </a:t>
            </a:r>
            <a:r>
              <a:rPr lang="en-US" sz="1200" b="1" dirty="0">
                <a:latin typeface="Trebuchet MS" panose="020B0603020202020204" pitchFamily="34" charset="0"/>
                <a:cs typeface="Centaur Now Caption" pitchFamily="2" charset="0"/>
              </a:rPr>
              <a:t>1950 to 2021</a:t>
            </a:r>
            <a:r>
              <a:rPr lang="en-US" sz="1200" dirty="0">
                <a:latin typeface="Trebuchet MS" panose="020B0603020202020204" pitchFamily="34" charset="0"/>
                <a:cs typeface="Centaur Now Caption" pitchFamily="2" charset="0"/>
              </a:rPr>
              <a:t>.</a:t>
            </a:r>
          </a:p>
          <a:p>
            <a:pPr marL="0" indent="0">
              <a:buNone/>
            </a:pPr>
            <a:br>
              <a:rPr lang="en-US" sz="1200" dirty="0">
                <a:latin typeface="Trebuchet MS" panose="020B0603020202020204" pitchFamily="34" charset="0"/>
                <a:cs typeface="Centaur Now Caption" pitchFamily="2" charset="0"/>
              </a:rPr>
            </a:br>
            <a:r>
              <a:rPr lang="en-US" sz="1200" dirty="0">
                <a:latin typeface="Trebuchet MS" panose="020B0603020202020204" pitchFamily="34" charset="0"/>
                <a:cs typeface="Centaur Now Caption" pitchFamily="2" charset="0"/>
              </a:rPr>
              <a:t>SDI is a </a:t>
            </a:r>
            <a:r>
              <a:rPr lang="en-US" sz="1200" b="1" dirty="0">
                <a:latin typeface="Trebuchet MS" panose="020B0603020202020204" pitchFamily="34" charset="0"/>
                <a:cs typeface="Centaur Now Caption" pitchFamily="2" charset="0"/>
              </a:rPr>
              <a:t>composite indicator</a:t>
            </a:r>
            <a:r>
              <a:rPr lang="en-US" sz="1200" dirty="0">
                <a:latin typeface="Trebuchet MS" panose="020B0603020202020204" pitchFamily="34" charset="0"/>
                <a:cs typeface="Centaur Now Caption" pitchFamily="2" charset="0"/>
              </a:rPr>
              <a:t> that summarizes a country’s development level using three normalized metrics:</a:t>
            </a:r>
          </a:p>
          <a:p>
            <a:pPr marL="0" indent="0">
              <a:buNone/>
            </a:pPr>
            <a:endParaRPr lang="en-US" sz="1200" dirty="0">
              <a:latin typeface="Trebuchet MS" panose="020B0603020202020204" pitchFamily="34" charset="0"/>
              <a:cs typeface="Centaur Now Caption" pitchFamily="2" charset="0"/>
            </a:endParaRPr>
          </a:p>
          <a:p>
            <a:pPr marL="171450" indent="-171450">
              <a:buFont typeface="Arial" panose="020B0604020202020204" pitchFamily="34" charset="0"/>
              <a:buChar char="•"/>
            </a:pPr>
            <a:r>
              <a:rPr lang="en-US" sz="1200" b="1" dirty="0">
                <a:latin typeface="Trebuchet MS" panose="020B0603020202020204" pitchFamily="34" charset="0"/>
                <a:cs typeface="Centaur Now Caption" pitchFamily="2" charset="0"/>
              </a:rPr>
              <a:t>Education level</a:t>
            </a:r>
            <a:r>
              <a:rPr lang="en-US" sz="1200" dirty="0">
                <a:latin typeface="Trebuchet MS" panose="020B0603020202020204" pitchFamily="34" charset="0"/>
                <a:cs typeface="Centaur Now Caption" pitchFamily="2" charset="0"/>
              </a:rPr>
              <a:t> (mean years of education among people aged 15+)</a:t>
            </a:r>
          </a:p>
          <a:p>
            <a:pPr marL="171450" indent="-171450">
              <a:buFont typeface="Arial" panose="020B0604020202020204" pitchFamily="34" charset="0"/>
              <a:buChar char="•"/>
            </a:pPr>
            <a:r>
              <a:rPr lang="en-US" sz="1200" b="1" dirty="0">
                <a:latin typeface="Trebuchet MS" panose="020B0603020202020204" pitchFamily="34" charset="0"/>
                <a:cs typeface="Centaur Now Caption" pitchFamily="2" charset="0"/>
              </a:rPr>
              <a:t>Income per capita</a:t>
            </a:r>
            <a:r>
              <a:rPr lang="en-US" sz="1200" dirty="0">
                <a:latin typeface="Trebuchet MS" panose="020B0603020202020204" pitchFamily="34" charset="0"/>
                <a:cs typeface="Centaur Now Caption" pitchFamily="2" charset="0"/>
              </a:rPr>
              <a:t> (lag-distributed income)</a:t>
            </a:r>
          </a:p>
          <a:p>
            <a:pPr marL="171450" indent="-171450">
              <a:buFont typeface="Arial" panose="020B0604020202020204" pitchFamily="34" charset="0"/>
              <a:buChar char="•"/>
            </a:pPr>
            <a:r>
              <a:rPr lang="en-US" sz="1200" b="1" dirty="0">
                <a:latin typeface="Trebuchet MS" panose="020B0603020202020204" pitchFamily="34" charset="0"/>
                <a:cs typeface="Centaur Now Caption" pitchFamily="2" charset="0"/>
              </a:rPr>
              <a:t>Fertility rate under age 25</a:t>
            </a:r>
            <a:endParaRPr lang="en-US" sz="1200" dirty="0">
              <a:latin typeface="Trebuchet MS" panose="020B0603020202020204" pitchFamily="34" charset="0"/>
              <a:cs typeface="Centaur Now Caption" pitchFamily="2" charset="0"/>
            </a:endParaRPr>
          </a:p>
          <a:p>
            <a:pPr marL="171450" indent="-171450">
              <a:buFont typeface="Arial" panose="020B0604020202020204" pitchFamily="34" charset="0"/>
              <a:buChar char="•"/>
            </a:pPr>
            <a:r>
              <a:rPr lang="en-US" sz="1200" dirty="0">
                <a:latin typeface="Trebuchet MS" panose="020B0603020202020204" pitchFamily="34" charset="0"/>
                <a:cs typeface="Centaur Now Caption" pitchFamily="2" charset="0"/>
              </a:rPr>
              <a:t>The three dimensions are combined using a </a:t>
            </a:r>
            <a:r>
              <a:rPr lang="en-US" sz="1200" b="1" dirty="0">
                <a:latin typeface="Trebuchet MS" panose="020B0603020202020204" pitchFamily="34" charset="0"/>
                <a:cs typeface="Centaur Now Caption" pitchFamily="2" charset="0"/>
              </a:rPr>
              <a:t>geometric mean</a:t>
            </a:r>
            <a:r>
              <a:rPr lang="en-US" sz="1200" dirty="0">
                <a:latin typeface="Trebuchet MS" panose="020B0603020202020204" pitchFamily="34" charset="0"/>
                <a:cs typeface="Centaur Now Caption" pitchFamily="2" charset="0"/>
              </a:rPr>
              <a:t>, producing a value between </a:t>
            </a:r>
            <a:r>
              <a:rPr lang="en-US" sz="1200" b="1" dirty="0">
                <a:latin typeface="Trebuchet MS" panose="020B0603020202020204" pitchFamily="34" charset="0"/>
                <a:cs typeface="Centaur Now Caption" pitchFamily="2" charset="0"/>
              </a:rPr>
              <a:t>0 (lowest development)</a:t>
            </a:r>
            <a:r>
              <a:rPr lang="en-US" sz="1200" dirty="0">
                <a:latin typeface="Trebuchet MS" panose="020B0603020202020204" pitchFamily="34" charset="0"/>
                <a:cs typeface="Centaur Now Caption" pitchFamily="2" charset="0"/>
              </a:rPr>
              <a:t> and </a:t>
            </a:r>
            <a:r>
              <a:rPr lang="en-US" sz="1200" b="1" dirty="0">
                <a:latin typeface="Trebuchet MS" panose="020B0603020202020204" pitchFamily="34" charset="0"/>
                <a:cs typeface="Centaur Now Caption" pitchFamily="2" charset="0"/>
              </a:rPr>
              <a:t>1 (highest development).</a:t>
            </a:r>
            <a:endParaRPr lang="en-US" sz="1200" dirty="0">
              <a:latin typeface="Trebuchet MS" panose="020B0603020202020204" pitchFamily="34" charset="0"/>
              <a:cs typeface="Centaur Now Caption" pitchFamily="2" charset="0"/>
            </a:endParaRPr>
          </a:p>
          <a:p>
            <a:pPr marL="171450" indent="-171450">
              <a:buFont typeface="Arial" panose="020B0604020202020204" pitchFamily="34" charset="0"/>
              <a:buChar char="•"/>
            </a:pPr>
            <a:r>
              <a:rPr lang="en-US" sz="1200" dirty="0">
                <a:latin typeface="Trebuchet MS" panose="020B0603020202020204" pitchFamily="34" charset="0"/>
                <a:cs typeface="Centaur Now Caption" pitchFamily="2" charset="0"/>
              </a:rPr>
              <a:t>It is well-structured and easily usable, and the dataset is already pre-processed </a:t>
            </a:r>
          </a:p>
        </p:txBody>
      </p:sp>
    </p:spTree>
    <p:extLst>
      <p:ext uri="{BB962C8B-B14F-4D97-AF65-F5344CB8AC3E}">
        <p14:creationId xmlns:p14="http://schemas.microsoft.com/office/powerpoint/2010/main" val="1607118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3040" y="361950"/>
            <a:ext cx="2540000" cy="289823"/>
          </a:xfrm>
          <a:prstGeom prst="rect">
            <a:avLst/>
          </a:prstGeom>
        </p:spPr>
        <p:txBody>
          <a:bodyPr vert="horz" wrap="square" lIns="0" tIns="12700" rIns="0" bIns="0" rtlCol="0">
            <a:spAutoFit/>
          </a:bodyPr>
          <a:lstStyle/>
          <a:p>
            <a:pPr marL="12700">
              <a:lnSpc>
                <a:spcPct val="100000"/>
              </a:lnSpc>
              <a:spcBef>
                <a:spcPts val="100"/>
              </a:spcBef>
            </a:pPr>
            <a:r>
              <a:rPr lang="en-US" dirty="0">
                <a:latin typeface="Trebuchet MS" panose="020B0603020202020204" pitchFamily="34" charset="0"/>
              </a:rPr>
              <a:t>Insights from the Data</a:t>
            </a:r>
            <a:endParaRPr spc="-20" dirty="0">
              <a:solidFill>
                <a:srgbClr val="D66B55"/>
              </a:solidFill>
              <a:latin typeface="Trebuchet MS" panose="020B0603020202020204" pitchFamily="34" charset="0"/>
            </a:endParaRPr>
          </a:p>
        </p:txBody>
      </p:sp>
      <p:sp>
        <p:nvSpPr>
          <p:cNvPr id="3" name="object 3"/>
          <p:cNvSpPr txBox="1"/>
          <p:nvPr/>
        </p:nvSpPr>
        <p:spPr>
          <a:xfrm>
            <a:off x="527300" y="904662"/>
            <a:ext cx="8031480" cy="3521477"/>
          </a:xfrm>
          <a:prstGeom prst="rect">
            <a:avLst/>
          </a:prstGeom>
        </p:spPr>
        <p:txBody>
          <a:bodyPr vert="horz" wrap="square" lIns="0" tIns="12700" rIns="0" bIns="0" rtlCol="0">
            <a:spAutoFit/>
          </a:bodyPr>
          <a:lstStyle/>
          <a:p>
            <a:pPr marL="0" indent="0">
              <a:buNone/>
            </a:pPr>
            <a:r>
              <a:rPr lang="en-US" sz="1200" dirty="0">
                <a:latin typeface="Trebuchet MS" panose="020B0603020202020204" pitchFamily="34" charset="0"/>
              </a:rPr>
              <a:t>The following analysis examines the evolution of the Socio-Demographic Index (SDI) from 1950 to 2021. The SDI, developed by the Institute for Health Metrics and Evaluation (IHME), combines measures of </a:t>
            </a:r>
            <a:r>
              <a:rPr lang="en-US" sz="1200" b="1" dirty="0">
                <a:latin typeface="Trebuchet MS" panose="020B0603020202020204" pitchFamily="34" charset="0"/>
              </a:rPr>
              <a:t>income per capita, average educational attainment, and fertility rates </a:t>
            </a:r>
            <a:r>
              <a:rPr lang="en-US" sz="1200" dirty="0">
                <a:latin typeface="Trebuchet MS" panose="020B0603020202020204" pitchFamily="34" charset="0"/>
              </a:rPr>
              <a:t>to provide a summary measure of development status across countries and regions.</a:t>
            </a:r>
          </a:p>
          <a:p>
            <a:pPr marL="0" indent="0">
              <a:buNone/>
            </a:pPr>
            <a:endParaRPr lang="en-US" sz="1200" dirty="0">
              <a:latin typeface="Trebuchet MS" panose="020B0603020202020204" pitchFamily="34" charset="0"/>
            </a:endParaRPr>
          </a:p>
          <a:p>
            <a:pPr marL="0" indent="0">
              <a:buNone/>
            </a:pPr>
            <a:r>
              <a:rPr lang="en-US" sz="1200" dirty="0">
                <a:latin typeface="Trebuchet MS" panose="020B0603020202020204" pitchFamily="34" charset="0"/>
              </a:rPr>
              <a:t>From a methodological perspective, the analysis was conducted using Python, (Pandas, Matplotlib, Seaborn) leveraging:</a:t>
            </a:r>
          </a:p>
          <a:p>
            <a:pPr marL="171450" indent="-171450">
              <a:buFont typeface="Arial" panose="020B0604020202020204" pitchFamily="34" charset="0"/>
              <a:buChar char="•"/>
            </a:pPr>
            <a:r>
              <a:rPr lang="en-US" sz="1200" b="1" dirty="0">
                <a:latin typeface="Trebuchet MS" panose="020B0603020202020204" pitchFamily="34" charset="0"/>
              </a:rPr>
              <a:t>Time series analysis</a:t>
            </a:r>
            <a:r>
              <a:rPr lang="en-US" sz="1200" dirty="0">
                <a:latin typeface="Trebuchet MS" panose="020B0603020202020204" pitchFamily="34" charset="0"/>
              </a:rPr>
              <a:t> to represent the SDI trend from 1950 to 2021.</a:t>
            </a:r>
          </a:p>
          <a:p>
            <a:pPr marL="171450" indent="-171450">
              <a:buFont typeface="Arial" panose="020B0604020202020204" pitchFamily="34" charset="0"/>
              <a:buChar char="•"/>
            </a:pPr>
            <a:r>
              <a:rPr lang="en-US" sz="1200" b="1" dirty="0">
                <a:latin typeface="Trebuchet MS" panose="020B0603020202020204" pitchFamily="34" charset="0"/>
              </a:rPr>
              <a:t>Normalization and scaling</a:t>
            </a:r>
            <a:r>
              <a:rPr lang="en-US" sz="1200" dirty="0">
                <a:latin typeface="Trebuchet MS" panose="020B0603020202020204" pitchFamily="34" charset="0"/>
              </a:rPr>
              <a:t> to facilitate comparisons across countries and regions, regardless of absolute SDI values;</a:t>
            </a:r>
          </a:p>
          <a:p>
            <a:pPr marL="171450" indent="-171450">
              <a:buFont typeface="Arial" panose="020B0604020202020204" pitchFamily="34" charset="0"/>
              <a:buChar char="•"/>
            </a:pPr>
            <a:r>
              <a:rPr lang="en-US" sz="1200" b="1" dirty="0">
                <a:latin typeface="Trebuchet MS" panose="020B0603020202020204" pitchFamily="34" charset="0"/>
              </a:rPr>
              <a:t>Data visualization</a:t>
            </a:r>
            <a:r>
              <a:rPr lang="en-US" sz="1200" dirty="0">
                <a:latin typeface="Trebuchet MS" panose="020B0603020202020204" pitchFamily="34" charset="0"/>
              </a:rPr>
              <a:t> (line charts, regional comparisons) to identify patterns, peaks, and periods of stagnation or growth.</a:t>
            </a:r>
          </a:p>
          <a:p>
            <a:pPr marL="171450" indent="-171450">
              <a:buFont typeface="Arial" panose="020B0604020202020204" pitchFamily="34" charset="0"/>
              <a:buChar char="•"/>
            </a:pPr>
            <a:endParaRPr lang="en-US" sz="1200" dirty="0">
              <a:latin typeface="Trebuchet MS" panose="020B0603020202020204" pitchFamily="34" charset="0"/>
            </a:endParaRPr>
          </a:p>
          <a:p>
            <a:r>
              <a:rPr lang="en-US" sz="1200" b="1" dirty="0">
                <a:latin typeface="Trebuchet MS" panose="020B0603020202020204" pitchFamily="34" charset="0"/>
              </a:rPr>
              <a:t>This method allows us to highlight:</a:t>
            </a:r>
          </a:p>
          <a:p>
            <a:pPr marL="171450" indent="-171450">
              <a:buFont typeface="Arial" panose="020B0604020202020204" pitchFamily="34" charset="0"/>
              <a:buChar char="•"/>
            </a:pPr>
            <a:r>
              <a:rPr lang="en-US" sz="1200" dirty="0">
                <a:latin typeface="Trebuchet MS" panose="020B0603020202020204" pitchFamily="34" charset="0"/>
              </a:rPr>
              <a:t>The overall level and evolution of SDI at the global, regional, and national (Italy) levels;</a:t>
            </a:r>
          </a:p>
          <a:p>
            <a:pPr marL="171450" indent="-171450">
              <a:buFont typeface="Arial" panose="020B0604020202020204" pitchFamily="34" charset="0"/>
              <a:buChar char="•"/>
            </a:pPr>
            <a:r>
              <a:rPr lang="en-US" sz="1200" dirty="0">
                <a:latin typeface="Trebuchet MS" panose="020B0603020202020204" pitchFamily="34" charset="0"/>
              </a:rPr>
              <a:t>Periods of accelerated or slower development, and how they relate to long-term social, demographic, and economic factors;</a:t>
            </a:r>
          </a:p>
          <a:p>
            <a:pPr marL="171450" indent="-171450">
              <a:buFont typeface="Arial" panose="020B0604020202020204" pitchFamily="34" charset="0"/>
              <a:buChar char="•"/>
            </a:pPr>
            <a:r>
              <a:rPr lang="en-US" sz="1200" dirty="0">
                <a:latin typeface="Trebuchet MS" panose="020B0603020202020204" pitchFamily="34" charset="0"/>
              </a:rPr>
              <a:t>How Italy’s SDI trajectory compares with global and regional peers, showing both convergences with more developed countries and deviations during specific historical periods.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1050" y="320788"/>
            <a:ext cx="3759835" cy="259045"/>
          </a:xfrm>
          <a:prstGeom prst="rect">
            <a:avLst/>
          </a:prstGeom>
        </p:spPr>
        <p:txBody>
          <a:bodyPr vert="horz" wrap="square" lIns="0" tIns="12700" rIns="0" bIns="0" rtlCol="0">
            <a:spAutoFit/>
          </a:bodyPr>
          <a:lstStyle/>
          <a:p>
            <a:pPr marL="12700">
              <a:lnSpc>
                <a:spcPct val="100000"/>
              </a:lnSpc>
              <a:spcBef>
                <a:spcPts val="100"/>
              </a:spcBef>
            </a:pPr>
            <a:r>
              <a:rPr lang="en-US" sz="1600" dirty="0">
                <a:latin typeface="Trebuchet MS" panose="020B0603020202020204" pitchFamily="34" charset="0"/>
              </a:rPr>
              <a:t>Global Trends in SDI (1950–2021)</a:t>
            </a:r>
            <a:endParaRPr sz="1700" dirty="0">
              <a:latin typeface="Trebuchet MS" panose="020B0603020202020204" pitchFamily="34" charset="0"/>
            </a:endParaRPr>
          </a:p>
        </p:txBody>
      </p:sp>
      <p:sp>
        <p:nvSpPr>
          <p:cNvPr id="4" name="object 4"/>
          <p:cNvSpPr txBox="1"/>
          <p:nvPr/>
        </p:nvSpPr>
        <p:spPr>
          <a:xfrm>
            <a:off x="4716054" y="3492961"/>
            <a:ext cx="4213860" cy="689932"/>
          </a:xfrm>
          <a:prstGeom prst="rect">
            <a:avLst/>
          </a:prstGeom>
        </p:spPr>
        <p:txBody>
          <a:bodyPr vert="horz" wrap="square" lIns="0" tIns="12700" rIns="0" bIns="0" rtlCol="0">
            <a:spAutoFit/>
          </a:bodyPr>
          <a:lstStyle/>
          <a:p>
            <a:pPr marL="12700" marR="5080" indent="-635" algn="ctr">
              <a:lnSpc>
                <a:spcPct val="100000"/>
              </a:lnSpc>
              <a:spcBef>
                <a:spcPts val="100"/>
              </a:spcBef>
            </a:pPr>
            <a:r>
              <a:rPr sz="1100" dirty="0">
                <a:latin typeface="Trebuchet MS" panose="020B0603020202020204" pitchFamily="34" charset="0"/>
                <a:cs typeface="Trebuchet MS"/>
              </a:rPr>
              <a:t>“</a:t>
            </a:r>
            <a:r>
              <a:rPr lang="en-US" sz="1100" dirty="0">
                <a:latin typeface="Trebuchet MS" panose="020B0603020202020204" pitchFamily="34" charset="0"/>
              </a:rPr>
              <a:t>Global Sustainable Development Index (SDI), 1950–2021</a:t>
            </a:r>
            <a:r>
              <a:rPr sz="1100" b="1" dirty="0">
                <a:latin typeface="Trebuchet MS" panose="020B0603020202020204" pitchFamily="34" charset="0"/>
                <a:cs typeface="Trebuchet MS"/>
              </a:rPr>
              <a:t>”</a:t>
            </a:r>
            <a:r>
              <a:rPr sz="1100" b="1" spc="235" dirty="0">
                <a:latin typeface="Trebuchet MS" panose="020B0603020202020204" pitchFamily="34" charset="0"/>
                <a:cs typeface="Trebuchet MS"/>
              </a:rPr>
              <a:t> </a:t>
            </a:r>
            <a:r>
              <a:rPr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sz="1100" dirty="0">
                <a:latin typeface="Trebuchet MS" panose="020B0603020202020204" pitchFamily="34" charset="0"/>
                <a:cs typeface="Trebuchet MS"/>
              </a:rPr>
              <a:t>,</a:t>
            </a:r>
            <a:r>
              <a:rPr sz="1100" spc="190" dirty="0">
                <a:latin typeface="Trebuchet MS" panose="020B0603020202020204" pitchFamily="34" charset="0"/>
                <a:cs typeface="Trebuchet MS"/>
              </a:rPr>
              <a:t> </a:t>
            </a:r>
            <a:r>
              <a:rPr sz="1100" dirty="0">
                <a:latin typeface="Trebuchet MS" panose="020B0603020202020204" pitchFamily="34" charset="0"/>
                <a:cs typeface="Trebuchet MS"/>
              </a:rPr>
              <a:t>based</a:t>
            </a:r>
            <a:r>
              <a:rPr sz="1100" spc="195" dirty="0">
                <a:latin typeface="Trebuchet MS" panose="020B0603020202020204" pitchFamily="34" charset="0"/>
                <a:cs typeface="Trebuchet MS"/>
              </a:rPr>
              <a:t> </a:t>
            </a:r>
            <a:r>
              <a:rPr sz="1100" dirty="0">
                <a:latin typeface="Trebuchet MS" panose="020B0603020202020204" pitchFamily="34" charset="0"/>
                <a:cs typeface="Trebuchet MS"/>
              </a:rPr>
              <a:t>on</a:t>
            </a:r>
            <a:r>
              <a:rPr sz="1100" spc="190" dirty="0">
                <a:latin typeface="Trebuchet MS" panose="020B0603020202020204" pitchFamily="34" charset="0"/>
                <a:cs typeface="Trebuchet MS"/>
              </a:rPr>
              <a:t> </a:t>
            </a:r>
            <a:r>
              <a:rPr sz="1100" dirty="0">
                <a:latin typeface="Trebuchet MS" panose="020B0603020202020204" pitchFamily="34" charset="0"/>
                <a:cs typeface="Trebuchet MS"/>
              </a:rPr>
              <a:t>data</a:t>
            </a:r>
            <a:r>
              <a:rPr lang="en-US" sz="1100" dirty="0">
                <a:latin typeface="Trebuchet MS" panose="020B0603020202020204" pitchFamily="34" charset="0"/>
                <a:cs typeface="Trebuchet MS"/>
              </a:rPr>
              <a:t>set</a:t>
            </a:r>
            <a:r>
              <a:rPr sz="1100" spc="190" dirty="0">
                <a:latin typeface="Trebuchet MS" panose="020B0603020202020204" pitchFamily="34" charset="0"/>
                <a:cs typeface="Trebuchet MS"/>
              </a:rPr>
              <a:t> </a:t>
            </a:r>
            <a:r>
              <a:rPr sz="1100" dirty="0">
                <a:latin typeface="Trebuchet MS" panose="020B0603020202020204" pitchFamily="34" charset="0"/>
                <a:cs typeface="Trebuchet MS"/>
              </a:rPr>
              <a:t>from</a:t>
            </a:r>
            <a:r>
              <a:rPr sz="1100" spc="195" dirty="0">
                <a:latin typeface="Trebuchet MS" panose="020B0603020202020204" pitchFamily="34" charset="0"/>
                <a:cs typeface="Trebuchet MS"/>
              </a:rPr>
              <a:t> </a:t>
            </a:r>
            <a:r>
              <a:rPr sz="1100" dirty="0">
                <a:latin typeface="Trebuchet MS" panose="020B0603020202020204" pitchFamily="34" charset="0"/>
                <a:cs typeface="Trebuchet MS"/>
              </a:rPr>
              <a:t>the</a:t>
            </a:r>
            <a:r>
              <a:rPr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panose="020B0603020202020204" pitchFamily="34" charset="0"/>
              <a:cs typeface="Trebuchet MS"/>
            </a:endParaRPr>
          </a:p>
        </p:txBody>
      </p:sp>
      <p:sp>
        <p:nvSpPr>
          <p:cNvPr id="5" name="object 5"/>
          <p:cNvSpPr txBox="1"/>
          <p:nvPr/>
        </p:nvSpPr>
        <p:spPr>
          <a:xfrm>
            <a:off x="256948" y="943337"/>
            <a:ext cx="3019652" cy="153888"/>
          </a:xfrm>
          <a:prstGeom prst="rect">
            <a:avLst/>
          </a:prstGeom>
          <a:solidFill>
            <a:srgbClr val="EEEEEE"/>
          </a:solidFill>
        </p:spPr>
        <p:txBody>
          <a:bodyPr vert="horz" wrap="square" lIns="0" tIns="0" rIns="0" bIns="0" rtlCol="0">
            <a:spAutoFit/>
          </a:bodyPr>
          <a:lstStyle/>
          <a:p>
            <a:pPr>
              <a:lnSpc>
                <a:spcPts val="1160"/>
              </a:lnSpc>
            </a:pPr>
            <a:r>
              <a:rPr lang="en-US" sz="1000" b="1" spc="-30" dirty="0">
                <a:latin typeface="Trebuchet MS" panose="020B0603020202020204" pitchFamily="34" charset="0"/>
                <a:cs typeface="Trebuchet MS"/>
              </a:rPr>
              <a:t>1950 – 1965 Early Post Was Improvement</a:t>
            </a:r>
            <a:endParaRPr sz="1000" dirty="0">
              <a:latin typeface="Trebuchet MS" panose="020B0603020202020204" pitchFamily="34" charset="0"/>
              <a:cs typeface="Trebuchet MS"/>
            </a:endParaRPr>
          </a:p>
        </p:txBody>
      </p:sp>
      <p:sp>
        <p:nvSpPr>
          <p:cNvPr id="6" name="object 6"/>
          <p:cNvSpPr txBox="1"/>
          <p:nvPr/>
        </p:nvSpPr>
        <p:spPr>
          <a:xfrm>
            <a:off x="244249" y="1041270"/>
            <a:ext cx="3834765" cy="882806"/>
          </a:xfrm>
          <a:prstGeom prst="rect">
            <a:avLst/>
          </a:prstGeom>
        </p:spPr>
        <p:txBody>
          <a:bodyPr vert="horz" wrap="square" lIns="0" tIns="12700" rIns="0" bIns="0" rtlCol="0">
            <a:spAutoFit/>
          </a:bodyPr>
          <a:lstStyle/>
          <a:p>
            <a:pPr marL="12700" marR="5080">
              <a:lnSpc>
                <a:spcPct val="114999"/>
              </a:lnSpc>
              <a:spcBef>
                <a:spcPts val="100"/>
              </a:spcBef>
            </a:pPr>
            <a:r>
              <a:rPr lang="en-US" sz="1000" dirty="0">
                <a:latin typeface="Trebuchet MS" panose="020B0603020202020204" pitchFamily="34" charset="0"/>
              </a:rPr>
              <a:t>The global SDI begins at relatively low levels but shows a </a:t>
            </a:r>
            <a:r>
              <a:rPr lang="en-US" sz="1000" b="1" dirty="0">
                <a:latin typeface="Trebuchet MS" panose="020B0603020202020204" pitchFamily="34" charset="0"/>
              </a:rPr>
              <a:t>steady, gradual rise. Most</a:t>
            </a:r>
            <a:r>
              <a:rPr lang="en-US" sz="1000" dirty="0">
                <a:latin typeface="Trebuchet MS" panose="020B0603020202020204" pitchFamily="34" charset="0"/>
              </a:rPr>
              <a:t> countries expand basic education, reduce child mortality, and rebuild essential public services. Growth is stable but moderate, reflecting early post-war recovery rather than acceleration.</a:t>
            </a:r>
            <a:endParaRPr sz="1000" dirty="0">
              <a:latin typeface="Trebuchet MS" panose="020B0603020202020204" pitchFamily="34" charset="0"/>
              <a:cs typeface="Trebuchet MS"/>
            </a:endParaRPr>
          </a:p>
        </p:txBody>
      </p:sp>
      <p:sp>
        <p:nvSpPr>
          <p:cNvPr id="7" name="object 7"/>
          <p:cNvSpPr txBox="1"/>
          <p:nvPr/>
        </p:nvSpPr>
        <p:spPr>
          <a:xfrm>
            <a:off x="256949" y="2104946"/>
            <a:ext cx="3019651" cy="159551"/>
          </a:xfrm>
          <a:prstGeom prst="rect">
            <a:avLst/>
          </a:prstGeom>
          <a:solidFill>
            <a:srgbClr val="EEEEEE"/>
          </a:solidFill>
        </p:spPr>
        <p:txBody>
          <a:bodyPr vert="horz" wrap="square" lIns="0" tIns="0" rIns="0" bIns="0" rtlCol="0">
            <a:spAutoFit/>
          </a:bodyPr>
          <a:lstStyle/>
          <a:p>
            <a:pPr>
              <a:lnSpc>
                <a:spcPts val="1160"/>
              </a:lnSpc>
            </a:pPr>
            <a:r>
              <a:rPr lang="en-US" sz="1000" b="1" dirty="0">
                <a:latin typeface="Trebuchet MS" panose="020B0603020202020204" pitchFamily="34" charset="0"/>
              </a:rPr>
              <a:t>1965–1980 Accelerated Social Progress</a:t>
            </a:r>
            <a:endParaRPr sz="1000" b="1" dirty="0">
              <a:latin typeface="Trebuchet MS" panose="020B0603020202020204" pitchFamily="34" charset="0"/>
              <a:cs typeface="Trebuchet MS"/>
            </a:endParaRPr>
          </a:p>
        </p:txBody>
      </p:sp>
      <p:sp>
        <p:nvSpPr>
          <p:cNvPr id="8" name="object 8"/>
          <p:cNvSpPr txBox="1"/>
          <p:nvPr/>
        </p:nvSpPr>
        <p:spPr>
          <a:xfrm>
            <a:off x="244249" y="2245230"/>
            <a:ext cx="3771900" cy="705834"/>
          </a:xfrm>
          <a:prstGeom prst="rect">
            <a:avLst/>
          </a:prstGeom>
        </p:spPr>
        <p:txBody>
          <a:bodyPr vert="horz" wrap="square" lIns="0" tIns="12700" rIns="0" bIns="0" rtlCol="0">
            <a:spAutoFit/>
          </a:bodyPr>
          <a:lstStyle/>
          <a:p>
            <a:pPr marL="12700" marR="5080">
              <a:lnSpc>
                <a:spcPct val="114999"/>
              </a:lnSpc>
              <a:spcBef>
                <a:spcPts val="100"/>
              </a:spcBef>
            </a:pPr>
            <a:r>
              <a:rPr lang="en-US" sz="1000" dirty="0">
                <a:latin typeface="Trebuchet MS" panose="020B0603020202020204" pitchFamily="34" charset="0"/>
              </a:rPr>
              <a:t>The slope of the curve increases as many countries undergo </a:t>
            </a:r>
            <a:r>
              <a:rPr lang="en-US" sz="1000" b="1" dirty="0">
                <a:latin typeface="Trebuchet MS" panose="020B0603020202020204" pitchFamily="34" charset="0"/>
              </a:rPr>
              <a:t>demographic transition </a:t>
            </a:r>
            <a:r>
              <a:rPr lang="en-US" sz="1000" dirty="0">
                <a:latin typeface="Trebuchet MS" panose="020B0603020202020204" pitchFamily="34" charset="0"/>
              </a:rPr>
              <a:t>falling fertility rates, expanding primary education, and improvements in healthcare systems. This period marks the first </a:t>
            </a:r>
            <a:r>
              <a:rPr lang="en-US" sz="1000" b="1" dirty="0">
                <a:latin typeface="Trebuchet MS" panose="020B0603020202020204" pitchFamily="34" charset="0"/>
              </a:rPr>
              <a:t>global shift toward medium SDI levels.</a:t>
            </a:r>
            <a:endParaRPr sz="1000" dirty="0">
              <a:latin typeface="Trebuchet MS" panose="020B0603020202020204" pitchFamily="34" charset="0"/>
              <a:cs typeface="Trebuchet MS"/>
            </a:endParaRPr>
          </a:p>
        </p:txBody>
      </p:sp>
      <p:sp>
        <p:nvSpPr>
          <p:cNvPr id="9" name="object 9"/>
          <p:cNvSpPr txBox="1"/>
          <p:nvPr/>
        </p:nvSpPr>
        <p:spPr>
          <a:xfrm>
            <a:off x="256949" y="3314569"/>
            <a:ext cx="3019651" cy="153888"/>
          </a:xfrm>
          <a:prstGeom prst="rect">
            <a:avLst/>
          </a:prstGeom>
          <a:solidFill>
            <a:srgbClr val="EEEEEE"/>
          </a:solidFill>
        </p:spPr>
        <p:txBody>
          <a:bodyPr vert="horz" wrap="square" lIns="0" tIns="0" rIns="0" bIns="0" rtlCol="0">
            <a:spAutoFit/>
          </a:bodyPr>
          <a:lstStyle/>
          <a:p>
            <a:pPr>
              <a:lnSpc>
                <a:spcPts val="1160"/>
              </a:lnSpc>
            </a:pPr>
            <a:r>
              <a:rPr lang="en-US" sz="1000" b="1" dirty="0">
                <a:latin typeface="Trebuchet MS" panose="020B0603020202020204" pitchFamily="34" charset="0"/>
              </a:rPr>
              <a:t>1980–2021 Continuous Global SDI Advancement</a:t>
            </a:r>
            <a:endParaRPr sz="1000" b="1" dirty="0">
              <a:latin typeface="Trebuchet MS" panose="020B0603020202020204" pitchFamily="34" charset="0"/>
              <a:cs typeface="Trebuchet MS"/>
            </a:endParaRPr>
          </a:p>
        </p:txBody>
      </p:sp>
      <p:sp>
        <p:nvSpPr>
          <p:cNvPr id="10" name="object 10"/>
          <p:cNvSpPr txBox="1"/>
          <p:nvPr/>
        </p:nvSpPr>
        <p:spPr>
          <a:xfrm>
            <a:off x="244249" y="3449189"/>
            <a:ext cx="3846829" cy="936154"/>
          </a:xfrm>
          <a:prstGeom prst="rect">
            <a:avLst/>
          </a:prstGeom>
        </p:spPr>
        <p:txBody>
          <a:bodyPr vert="horz" wrap="square" lIns="0" tIns="12700" rIns="0" bIns="0" rtlCol="0">
            <a:spAutoFit/>
          </a:bodyPr>
          <a:lstStyle/>
          <a:p>
            <a:r>
              <a:rPr lang="en-US" sz="1000" dirty="0">
                <a:latin typeface="Trebuchet MS" panose="020B0603020202020204" pitchFamily="34" charset="0"/>
              </a:rPr>
              <a:t>From 1980 onward, global SDI shows steady, uninterrupted growth, driven by rapid modernization in political and social and expanded access to education and healthcare worldwide.</a:t>
            </a:r>
          </a:p>
          <a:p>
            <a:r>
              <a:rPr lang="en-US" sz="1000" dirty="0">
                <a:latin typeface="Trebuchet MS" panose="020B0603020202020204" pitchFamily="34" charset="0"/>
              </a:rPr>
              <a:t>Emerging economies in regions accelerate this progress, pushing global SDI to its highest recorded levels by 2021, reflecting broad and sustained improvements across most of the world.</a:t>
            </a:r>
          </a:p>
        </p:txBody>
      </p:sp>
      <p:pic>
        <p:nvPicPr>
          <p:cNvPr id="12" name="Picture 11" descr="A graph showing the growth of the stock market&#10;&#10;AI-generated content may be incorrect.">
            <a:extLst>
              <a:ext uri="{FF2B5EF4-FFF2-40B4-BE49-F238E27FC236}">
                <a16:creationId xmlns:a16="http://schemas.microsoft.com/office/drawing/2014/main" id="{35247782-9135-FD74-A6AC-F7248E5F1D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4287" y="115268"/>
            <a:ext cx="4597393" cy="33339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16054" y="3492961"/>
            <a:ext cx="4214495" cy="520655"/>
          </a:xfrm>
          <a:prstGeom prst="rect">
            <a:avLst/>
          </a:prstGeom>
        </p:spPr>
        <p:txBody>
          <a:bodyPr vert="horz" wrap="square" lIns="0" tIns="12700" rIns="0" bIns="0" rtlCol="0">
            <a:spAutoFit/>
          </a:bodyPr>
          <a:lstStyle/>
          <a:p>
            <a:pPr marL="12700" marR="5080" algn="just">
              <a:lnSpc>
                <a:spcPct val="100000"/>
              </a:lnSpc>
              <a:spcBef>
                <a:spcPts val="100"/>
              </a:spcBef>
            </a:pPr>
            <a:r>
              <a:rPr sz="1100" dirty="0">
                <a:latin typeface="Trebuchet MS" panose="020B0603020202020204" pitchFamily="34" charset="0"/>
                <a:cs typeface="Trebuchet MS"/>
              </a:rPr>
              <a:t>“</a:t>
            </a:r>
            <a:r>
              <a:rPr lang="en-US" sz="1100" dirty="0">
                <a:latin typeface="Trebuchet MS" panose="020B0603020202020204" pitchFamily="34" charset="0"/>
              </a:rPr>
              <a:t>SDI World Map (2021)</a:t>
            </a:r>
            <a:r>
              <a:rPr sz="1100" dirty="0">
                <a:latin typeface="Trebuchet MS" panose="020B0603020202020204" pitchFamily="34" charset="0"/>
                <a:cs typeface="Trebuchet MS"/>
              </a:rPr>
              <a:t>”</a:t>
            </a:r>
            <a:r>
              <a:rPr sz="1100" spc="165"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panose="020B0603020202020204" pitchFamily="34" charset="0"/>
              <a:cs typeface="Trebuchet MS"/>
            </a:endParaRPr>
          </a:p>
        </p:txBody>
      </p:sp>
      <p:sp>
        <p:nvSpPr>
          <p:cNvPr id="9" name="object 9"/>
          <p:cNvSpPr txBox="1"/>
          <p:nvPr/>
        </p:nvSpPr>
        <p:spPr>
          <a:xfrm>
            <a:off x="167075" y="1041270"/>
            <a:ext cx="4038600" cy="2844368"/>
          </a:xfrm>
          <a:prstGeom prst="rect">
            <a:avLst/>
          </a:prstGeom>
        </p:spPr>
        <p:txBody>
          <a:bodyPr vert="horz" wrap="square" lIns="0" tIns="35560" rIns="0" bIns="0" rtlCol="0">
            <a:spAutoFit/>
          </a:bodyPr>
          <a:lstStyle/>
          <a:p>
            <a:pPr marL="171450" indent="-171450">
              <a:buFont typeface="Arial" panose="020B0604020202020204" pitchFamily="34" charset="0"/>
              <a:buChar char="•"/>
            </a:pPr>
            <a:r>
              <a:rPr lang="en-US" sz="1000" b="1" dirty="0">
                <a:latin typeface="Trebuchet MS" panose="020B0603020202020204" pitchFamily="34" charset="0"/>
              </a:rPr>
              <a:t>High-Development Belt Europe, North America, East Asia, Oceania</a:t>
            </a:r>
          </a:p>
          <a:p>
            <a:pPr lvl="8"/>
            <a:r>
              <a:rPr lang="en-US" sz="1000" dirty="0">
                <a:latin typeface="Trebuchet MS" panose="020B0603020202020204" pitchFamily="34" charset="0"/>
              </a:rPr>
              <a:t>Countries in these regions show the highest SDI values, driven by long-standing investments in education, healthcare, and demographic stabilization. They form a continuous zone of very high social development.</a:t>
            </a:r>
          </a:p>
          <a:p>
            <a:pPr marL="171450" indent="-171450">
              <a:buFont typeface="Arial" panose="020B0604020202020204" pitchFamily="34" charset="0"/>
              <a:buChar char="•"/>
            </a:pPr>
            <a:r>
              <a:rPr lang="en-US" sz="1000" b="1" dirty="0">
                <a:latin typeface="Trebuchet MS" panose="020B0603020202020204" pitchFamily="34" charset="0"/>
              </a:rPr>
              <a:t>Upper-Middle Cluster Latin America, Eastern Europe, Middle East</a:t>
            </a:r>
          </a:p>
          <a:p>
            <a:r>
              <a:rPr lang="en-US" sz="1000" dirty="0">
                <a:latin typeface="Trebuchet MS" panose="020B0603020202020204" pitchFamily="34" charset="0"/>
              </a:rPr>
              <a:t>These regions demonstrate substantial progress, achieving strong improvements in literacy, life expectancy, and social infrastructure.</a:t>
            </a:r>
            <a:br>
              <a:rPr lang="en-US" sz="1000" dirty="0">
                <a:latin typeface="Trebuchet MS" panose="020B0603020202020204" pitchFamily="34" charset="0"/>
              </a:rPr>
            </a:br>
            <a:r>
              <a:rPr lang="en-US" sz="1000" dirty="0">
                <a:latin typeface="Trebuchet MS" panose="020B0603020202020204" pitchFamily="34" charset="0"/>
              </a:rPr>
              <a:t>SDI levels are rising but not yet at Western European or East Asian levels.</a:t>
            </a:r>
          </a:p>
          <a:p>
            <a:pPr marL="171450" indent="-171450">
              <a:buFont typeface="Arial" panose="020B0604020202020204" pitchFamily="34" charset="0"/>
              <a:buChar char="•"/>
            </a:pPr>
            <a:r>
              <a:rPr lang="en-US" sz="1000" b="1" dirty="0">
                <a:latin typeface="Trebuchet MS" panose="020B0603020202020204" pitchFamily="34" charset="0"/>
              </a:rPr>
              <a:t>Lower-Development Regions South Asia and Sub-Saharan Africa</a:t>
            </a:r>
          </a:p>
          <a:p>
            <a:r>
              <a:rPr lang="en-US" sz="1000" dirty="0">
                <a:latin typeface="Trebuchet MS" panose="020B0603020202020204" pitchFamily="34" charset="0"/>
              </a:rPr>
              <a:t>Many countries remain in the lower SDI tier due to persistent challenges such as poverty, political instability, limited public services, and high fertility rates.</a:t>
            </a:r>
            <a:br>
              <a:rPr lang="en-US" sz="1000" dirty="0">
                <a:latin typeface="Trebuchet MS" panose="020B0603020202020204" pitchFamily="34" charset="0"/>
              </a:rPr>
            </a:br>
            <a:r>
              <a:rPr lang="en-US" sz="1000" dirty="0">
                <a:latin typeface="Trebuchet MS" panose="020B0603020202020204" pitchFamily="34" charset="0"/>
              </a:rPr>
              <a:t>These zones show the widest gap from global leaders.</a:t>
            </a:r>
          </a:p>
          <a:p>
            <a:pPr marL="12700">
              <a:lnSpc>
                <a:spcPct val="100000"/>
              </a:lnSpc>
              <a:spcBef>
                <a:spcPts val="280"/>
              </a:spcBef>
            </a:pPr>
            <a:endParaRPr sz="1000" dirty="0">
              <a:latin typeface="Trebuchet MS" panose="020B0603020202020204" pitchFamily="34" charset="0"/>
              <a:cs typeface="Trebuchet MS"/>
            </a:endParaRPr>
          </a:p>
        </p:txBody>
      </p:sp>
      <p:sp>
        <p:nvSpPr>
          <p:cNvPr id="10" name="object 10"/>
          <p:cNvSpPr txBox="1"/>
          <p:nvPr/>
        </p:nvSpPr>
        <p:spPr>
          <a:xfrm>
            <a:off x="167075" y="4021281"/>
            <a:ext cx="4025900" cy="528863"/>
          </a:xfrm>
          <a:prstGeom prst="rect">
            <a:avLst/>
          </a:prstGeom>
        </p:spPr>
        <p:txBody>
          <a:bodyPr vert="horz" wrap="square" lIns="0" tIns="12700" rIns="0" bIns="0" rtlCol="0">
            <a:spAutoFit/>
          </a:bodyPr>
          <a:lstStyle/>
          <a:p>
            <a:pPr marL="12700" marR="5080">
              <a:lnSpc>
                <a:spcPct val="114999"/>
              </a:lnSpc>
              <a:spcBef>
                <a:spcPts val="100"/>
              </a:spcBef>
            </a:pPr>
            <a:r>
              <a:rPr lang="en-US" sz="1000" dirty="0">
                <a:latin typeface="Trebuchet MS" panose="020B0603020202020204" pitchFamily="34" charset="0"/>
              </a:rPr>
              <a:t>The map highlights strong geographic inequality: while many regions advanced rapidly, others continue to lag behind due to structural pressures and conflict.</a:t>
            </a:r>
            <a:endParaRPr sz="1000" dirty="0">
              <a:latin typeface="Trebuchet MS" panose="020B0603020202020204" pitchFamily="34" charset="0"/>
              <a:cs typeface="Trebuchet MS"/>
            </a:endParaRPr>
          </a:p>
        </p:txBody>
      </p:sp>
      <p:sp>
        <p:nvSpPr>
          <p:cNvPr id="11" name="object 11"/>
          <p:cNvSpPr txBox="1">
            <a:spLocks noGrp="1"/>
          </p:cNvSpPr>
          <p:nvPr>
            <p:ph type="title"/>
          </p:nvPr>
        </p:nvSpPr>
        <p:spPr>
          <a:xfrm>
            <a:off x="167075" y="285750"/>
            <a:ext cx="87418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Global SDI Landscape (2021)</a:t>
            </a:r>
            <a:endParaRPr sz="1700" dirty="0"/>
          </a:p>
        </p:txBody>
      </p:sp>
      <p:pic>
        <p:nvPicPr>
          <p:cNvPr id="14" name="Picture 13" descr="A map of the world&#10;&#10;AI-generated content may be incorrect.">
            <a:extLst>
              <a:ext uri="{FF2B5EF4-FFF2-40B4-BE49-F238E27FC236}">
                <a16:creationId xmlns:a16="http://schemas.microsoft.com/office/drawing/2014/main" id="{5B80C070-9D43-B3E6-825C-FB57D9423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8329" y="439765"/>
            <a:ext cx="4409050" cy="2902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16054" y="3492961"/>
            <a:ext cx="4213860" cy="520655"/>
          </a:xfrm>
          <a:prstGeom prst="rect">
            <a:avLst/>
          </a:prstGeom>
        </p:spPr>
        <p:txBody>
          <a:bodyPr vert="horz" wrap="square" lIns="0" tIns="12700" rIns="0" bIns="0" rtlCol="0">
            <a:spAutoFit/>
          </a:bodyPr>
          <a:lstStyle/>
          <a:p>
            <a:pPr marL="12700" marR="5080" indent="-635" algn="ctr">
              <a:lnSpc>
                <a:spcPct val="100000"/>
              </a:lnSpc>
              <a:spcBef>
                <a:spcPts val="100"/>
              </a:spcBef>
            </a:pPr>
            <a:r>
              <a:rPr sz="1100" spc="-25" dirty="0">
                <a:latin typeface="Trebuchet MS"/>
                <a:cs typeface="Trebuchet MS"/>
              </a:rPr>
              <a:t>“</a:t>
            </a:r>
            <a:r>
              <a:rPr lang="en-US" sz="1100" b="1" dirty="0"/>
              <a:t>Distribution of SDI (2021)</a:t>
            </a:r>
            <a:r>
              <a:rPr sz="1100" dirty="0">
                <a:latin typeface="Trebuchet MS"/>
                <a:cs typeface="Trebuchet MS"/>
              </a:rPr>
              <a:t>”</a:t>
            </a:r>
            <a:r>
              <a:rPr sz="1100" spc="204" dirty="0">
                <a:latin typeface="Trebuchet MS"/>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a:cs typeface="Trebuchet MS"/>
            </a:endParaRPr>
          </a:p>
        </p:txBody>
      </p:sp>
      <p:sp>
        <p:nvSpPr>
          <p:cNvPr id="7" name="object 7"/>
          <p:cNvSpPr txBox="1">
            <a:spLocks noGrp="1"/>
          </p:cNvSpPr>
          <p:nvPr>
            <p:ph type="title"/>
          </p:nvPr>
        </p:nvSpPr>
        <p:spPr>
          <a:xfrm>
            <a:off x="201050" y="320280"/>
            <a:ext cx="87418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SDI Spread Across Countries (2021)</a:t>
            </a:r>
            <a:endParaRPr sz="1500" dirty="0"/>
          </a:p>
        </p:txBody>
      </p:sp>
      <p:sp>
        <p:nvSpPr>
          <p:cNvPr id="8" name="object 8"/>
          <p:cNvSpPr txBox="1"/>
          <p:nvPr/>
        </p:nvSpPr>
        <p:spPr>
          <a:xfrm>
            <a:off x="248449" y="690056"/>
            <a:ext cx="3180551" cy="153888"/>
          </a:xfrm>
          <a:prstGeom prst="rect">
            <a:avLst/>
          </a:prstGeom>
          <a:solidFill>
            <a:srgbClr val="EEEEEE"/>
          </a:solidFill>
        </p:spPr>
        <p:txBody>
          <a:bodyPr vert="horz" wrap="square" lIns="0" tIns="0" rIns="0" bIns="0" rtlCol="0">
            <a:spAutoFit/>
          </a:bodyPr>
          <a:lstStyle/>
          <a:p>
            <a:r>
              <a:rPr lang="en-US" sz="1000" b="1" dirty="0"/>
              <a:t>Mid-to-Upper Concentration  Majority of Countries</a:t>
            </a:r>
          </a:p>
        </p:txBody>
      </p:sp>
      <p:sp>
        <p:nvSpPr>
          <p:cNvPr id="9" name="object 9"/>
          <p:cNvSpPr txBox="1"/>
          <p:nvPr/>
        </p:nvSpPr>
        <p:spPr>
          <a:xfrm>
            <a:off x="235750" y="817220"/>
            <a:ext cx="3846195" cy="351891"/>
          </a:xfrm>
          <a:prstGeom prst="rect">
            <a:avLst/>
          </a:prstGeom>
        </p:spPr>
        <p:txBody>
          <a:bodyPr vert="horz" wrap="square" lIns="0" tIns="12700" rIns="0" bIns="0" rtlCol="0">
            <a:spAutoFit/>
          </a:bodyPr>
          <a:lstStyle/>
          <a:p>
            <a:pPr marL="12700" marR="5080">
              <a:lnSpc>
                <a:spcPct val="114999"/>
              </a:lnSpc>
              <a:spcBef>
                <a:spcPts val="100"/>
              </a:spcBef>
            </a:pPr>
            <a:r>
              <a:rPr lang="en-US" sz="1000" dirty="0"/>
              <a:t>Most nations fall into the middle and high-middle SDI brackets, showing global progress and reduced severe underdevelopment.</a:t>
            </a:r>
            <a:endParaRPr sz="1000" dirty="0">
              <a:latin typeface="Trebuchet MS"/>
              <a:cs typeface="Trebuchet MS"/>
            </a:endParaRPr>
          </a:p>
        </p:txBody>
      </p:sp>
      <p:sp>
        <p:nvSpPr>
          <p:cNvPr id="10" name="object 10"/>
          <p:cNvSpPr txBox="1"/>
          <p:nvPr/>
        </p:nvSpPr>
        <p:spPr>
          <a:xfrm>
            <a:off x="256613" y="1351062"/>
            <a:ext cx="3227950" cy="153888"/>
          </a:xfrm>
          <a:prstGeom prst="rect">
            <a:avLst/>
          </a:prstGeom>
          <a:solidFill>
            <a:srgbClr val="EEEEEE"/>
          </a:solidFill>
        </p:spPr>
        <p:txBody>
          <a:bodyPr vert="horz" wrap="square" lIns="0" tIns="0" rIns="0" bIns="0" rtlCol="0">
            <a:spAutoFit/>
          </a:bodyPr>
          <a:lstStyle/>
          <a:p>
            <a:r>
              <a:rPr lang="en-US" sz="1000" b="1" dirty="0"/>
              <a:t>Right-Skewed Pattern Few Very Low Values</a:t>
            </a:r>
          </a:p>
        </p:txBody>
      </p:sp>
      <p:sp>
        <p:nvSpPr>
          <p:cNvPr id="11" name="object 11"/>
          <p:cNvSpPr txBox="1"/>
          <p:nvPr/>
        </p:nvSpPr>
        <p:spPr>
          <a:xfrm>
            <a:off x="235750" y="1581150"/>
            <a:ext cx="3835400" cy="351891"/>
          </a:xfrm>
          <a:prstGeom prst="rect">
            <a:avLst/>
          </a:prstGeom>
        </p:spPr>
        <p:txBody>
          <a:bodyPr vert="horz" wrap="square" lIns="0" tIns="12700" rIns="0" bIns="0" rtlCol="0">
            <a:spAutoFit/>
          </a:bodyPr>
          <a:lstStyle/>
          <a:p>
            <a:pPr marL="12700" marR="513080">
              <a:lnSpc>
                <a:spcPct val="114999"/>
              </a:lnSpc>
              <a:spcBef>
                <a:spcPts val="100"/>
              </a:spcBef>
            </a:pPr>
            <a:r>
              <a:rPr lang="en-US" sz="1000" dirty="0">
                <a:latin typeface="Trebuchet MS" panose="020B0603020202020204" pitchFamily="34" charset="0"/>
              </a:rPr>
              <a:t>A long tail on the low end reveals a small group of countries still facing deep socioeconomic challenges</a:t>
            </a:r>
            <a:endParaRPr sz="1000" dirty="0">
              <a:latin typeface="Trebuchet MS" panose="020B0603020202020204" pitchFamily="34" charset="0"/>
              <a:cs typeface="Trebuchet MS"/>
            </a:endParaRPr>
          </a:p>
        </p:txBody>
      </p:sp>
      <p:sp>
        <p:nvSpPr>
          <p:cNvPr id="12" name="object 12"/>
          <p:cNvSpPr txBox="1"/>
          <p:nvPr/>
        </p:nvSpPr>
        <p:spPr>
          <a:xfrm>
            <a:off x="248449" y="2113062"/>
            <a:ext cx="3180551" cy="153888"/>
          </a:xfrm>
          <a:prstGeom prst="rect">
            <a:avLst/>
          </a:prstGeom>
          <a:solidFill>
            <a:srgbClr val="EEEEEE"/>
          </a:solidFill>
        </p:spPr>
        <p:txBody>
          <a:bodyPr vert="horz" wrap="square" lIns="0" tIns="0" rIns="0" bIns="0" rtlCol="0">
            <a:spAutoFit/>
          </a:bodyPr>
          <a:lstStyle/>
          <a:p>
            <a:pPr>
              <a:lnSpc>
                <a:spcPts val="1160"/>
              </a:lnSpc>
            </a:pPr>
            <a:r>
              <a:rPr lang="en-US" sz="1000" b="1" dirty="0">
                <a:latin typeface="Trebuchet MS" panose="020B0603020202020204" pitchFamily="34" charset="0"/>
              </a:rPr>
              <a:t>Smooth, Unimodal Shape Rising Global Uniformity</a:t>
            </a:r>
            <a:endParaRPr sz="1000" b="1" dirty="0">
              <a:latin typeface="Trebuchet MS" panose="020B0603020202020204" pitchFamily="34" charset="0"/>
              <a:cs typeface="Trebuchet MS"/>
            </a:endParaRPr>
          </a:p>
        </p:txBody>
      </p:sp>
      <p:sp>
        <p:nvSpPr>
          <p:cNvPr id="13" name="object 13"/>
          <p:cNvSpPr txBox="1"/>
          <p:nvPr/>
        </p:nvSpPr>
        <p:spPr>
          <a:xfrm>
            <a:off x="235750" y="2343150"/>
            <a:ext cx="3771900" cy="351891"/>
          </a:xfrm>
          <a:prstGeom prst="rect">
            <a:avLst/>
          </a:prstGeom>
        </p:spPr>
        <p:txBody>
          <a:bodyPr vert="horz" wrap="square" lIns="0" tIns="12700" rIns="0" bIns="0" rtlCol="0">
            <a:spAutoFit/>
          </a:bodyPr>
          <a:lstStyle/>
          <a:p>
            <a:pPr marL="12700" marR="5080">
              <a:lnSpc>
                <a:spcPct val="114999"/>
              </a:lnSpc>
              <a:spcBef>
                <a:spcPts val="100"/>
              </a:spcBef>
            </a:pPr>
            <a:r>
              <a:rPr lang="en-US" sz="1000" dirty="0"/>
              <a:t>The KDE curve shows SDI values clustering more tightly than in previous decades, suggesting partial global convergence.</a:t>
            </a:r>
            <a:endParaRPr sz="1000" dirty="0">
              <a:latin typeface="Trebuchet MS"/>
              <a:cs typeface="Trebuchet MS"/>
            </a:endParaRPr>
          </a:p>
        </p:txBody>
      </p:sp>
      <p:sp>
        <p:nvSpPr>
          <p:cNvPr id="14" name="object 14"/>
          <p:cNvSpPr txBox="1"/>
          <p:nvPr/>
        </p:nvSpPr>
        <p:spPr>
          <a:xfrm>
            <a:off x="248449" y="3028950"/>
            <a:ext cx="3180551" cy="153888"/>
          </a:xfrm>
          <a:prstGeom prst="rect">
            <a:avLst/>
          </a:prstGeom>
          <a:solidFill>
            <a:srgbClr val="EEEEEE"/>
          </a:solidFill>
        </p:spPr>
        <p:txBody>
          <a:bodyPr vert="horz" wrap="square" lIns="0" tIns="0" rIns="0" bIns="0" rtlCol="0">
            <a:spAutoFit/>
          </a:bodyPr>
          <a:lstStyle/>
          <a:p>
            <a:pPr>
              <a:lnSpc>
                <a:spcPts val="1160"/>
              </a:lnSpc>
            </a:pPr>
            <a:r>
              <a:rPr lang="en-US" sz="1000" b="1" dirty="0">
                <a:latin typeface="Trebuchet MS" panose="020B0603020202020204" pitchFamily="34" charset="0"/>
              </a:rPr>
              <a:t>Emerging Insight  Progress with Remaining Fragility</a:t>
            </a:r>
            <a:endParaRPr sz="1000" b="1" dirty="0">
              <a:latin typeface="Trebuchet MS" panose="020B0603020202020204" pitchFamily="34" charset="0"/>
              <a:cs typeface="Trebuchet MS"/>
            </a:endParaRPr>
          </a:p>
        </p:txBody>
      </p:sp>
      <p:sp>
        <p:nvSpPr>
          <p:cNvPr id="15" name="object 15"/>
          <p:cNvSpPr txBox="1"/>
          <p:nvPr/>
        </p:nvSpPr>
        <p:spPr>
          <a:xfrm>
            <a:off x="235750" y="3257550"/>
            <a:ext cx="3719829" cy="528863"/>
          </a:xfrm>
          <a:prstGeom prst="rect">
            <a:avLst/>
          </a:prstGeom>
        </p:spPr>
        <p:txBody>
          <a:bodyPr vert="horz" wrap="square" lIns="0" tIns="12700" rIns="0" bIns="0" rtlCol="0">
            <a:spAutoFit/>
          </a:bodyPr>
          <a:lstStyle/>
          <a:p>
            <a:pPr marL="12700" marR="5080">
              <a:lnSpc>
                <a:spcPct val="114999"/>
              </a:lnSpc>
              <a:spcBef>
                <a:spcPts val="100"/>
              </a:spcBef>
            </a:pPr>
            <a:r>
              <a:rPr lang="en-US" sz="1000" dirty="0"/>
              <a:t>While many countries improved substantially, pockets of low development persist, creating a polarized but improving global landscape.</a:t>
            </a:r>
            <a:endParaRPr sz="1000" dirty="0">
              <a:latin typeface="Trebuchet MS"/>
              <a:cs typeface="Trebuchet MS"/>
            </a:endParaRPr>
          </a:p>
        </p:txBody>
      </p:sp>
      <p:pic>
        <p:nvPicPr>
          <p:cNvPr id="19" name="Picture 18" descr="A graph with blue lines">
            <a:extLst>
              <a:ext uri="{FF2B5EF4-FFF2-40B4-BE49-F238E27FC236}">
                <a16:creationId xmlns:a16="http://schemas.microsoft.com/office/drawing/2014/main" id="{8E859C4D-879B-0E1D-15AD-62B70AED1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7458" y="-1335"/>
            <a:ext cx="4591051" cy="32588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71411" y="4392155"/>
            <a:ext cx="4215130" cy="689932"/>
          </a:xfrm>
          <a:prstGeom prst="rect">
            <a:avLst/>
          </a:prstGeom>
        </p:spPr>
        <p:txBody>
          <a:bodyPr vert="horz" wrap="square" lIns="0" tIns="12700" rIns="0" bIns="0" rtlCol="0">
            <a:spAutoFit/>
          </a:bodyPr>
          <a:lstStyle/>
          <a:p>
            <a:pPr marL="12700" marR="5080" indent="-1270" algn="ctr">
              <a:lnSpc>
                <a:spcPct val="100000"/>
              </a:lnSpc>
              <a:spcBef>
                <a:spcPts val="100"/>
              </a:spcBef>
            </a:pPr>
            <a:r>
              <a:rPr sz="1100" spc="-25" dirty="0">
                <a:latin typeface="Trebuchet MS"/>
                <a:cs typeface="Trebuchet MS"/>
              </a:rPr>
              <a:t>“</a:t>
            </a:r>
            <a:r>
              <a:rPr lang="en-US" sz="1100" b="1" dirty="0"/>
              <a:t>Global Extremes in Social Development </a:t>
            </a:r>
            <a:r>
              <a:rPr sz="1100" dirty="0">
                <a:latin typeface="Trebuchet MS"/>
                <a:cs typeface="Trebuchet MS"/>
              </a:rPr>
              <a:t>”</a:t>
            </a:r>
            <a:r>
              <a:rPr sz="1100" spc="150" dirty="0">
                <a:latin typeface="Trebuchet MS"/>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r>
              <a:rPr lang="en-US" sz="1100" dirty="0">
                <a:latin typeface="Trebuchet MS" panose="020B0603020202020204" pitchFamily="34" charset="0"/>
              </a:rPr>
              <a:t>.</a:t>
            </a:r>
            <a:endParaRPr sz="1100" dirty="0">
              <a:latin typeface="Trebuchet MS"/>
              <a:cs typeface="Trebuchet MS"/>
            </a:endParaRPr>
          </a:p>
        </p:txBody>
      </p:sp>
      <p:sp>
        <p:nvSpPr>
          <p:cNvPr id="8" name="object 8"/>
          <p:cNvSpPr txBox="1"/>
          <p:nvPr/>
        </p:nvSpPr>
        <p:spPr>
          <a:xfrm>
            <a:off x="304321" y="528909"/>
            <a:ext cx="4109631" cy="2321148"/>
          </a:xfrm>
          <a:prstGeom prst="rect">
            <a:avLst/>
          </a:prstGeom>
        </p:spPr>
        <p:txBody>
          <a:bodyPr vert="horz" wrap="square" lIns="0" tIns="12700" rIns="0" bIns="0" rtlCol="0">
            <a:spAutoFit/>
          </a:bodyPr>
          <a:lstStyle/>
          <a:p>
            <a:r>
              <a:rPr lang="en-US" sz="1000" b="1" dirty="0">
                <a:latin typeface="Trebuchet MS" panose="020B0603020202020204" pitchFamily="34" charset="0"/>
              </a:rPr>
              <a:t>Top Performers Advanced Economies</a:t>
            </a:r>
            <a:endParaRPr lang="en-US" sz="1000" dirty="0"/>
          </a:p>
          <a:p>
            <a:r>
              <a:rPr lang="en-US" sz="1000" dirty="0"/>
              <a:t>High-SDI countries and Cities are dominated by long-established welfare states with robust education systems, stable institutions, and strong healthcare access.</a:t>
            </a:r>
          </a:p>
          <a:p>
            <a:endParaRPr lang="en-US" sz="1000" b="1" dirty="0"/>
          </a:p>
          <a:p>
            <a:r>
              <a:rPr lang="en-US" sz="1000" b="1" dirty="0"/>
              <a:t>Mid-20th Century Foundations Long-Term Investment</a:t>
            </a:r>
          </a:p>
          <a:p>
            <a:r>
              <a:rPr lang="en-US" sz="1000" dirty="0"/>
              <a:t>These countries have benefited from decades of demographic transition, infrastructure expansion, and economic stability.</a:t>
            </a:r>
          </a:p>
          <a:p>
            <a:endParaRPr lang="en-US" sz="1000" dirty="0"/>
          </a:p>
          <a:p>
            <a:r>
              <a:rPr lang="en-US" sz="1000" b="1" dirty="0"/>
              <a:t>Bottom Performers Fragile &amp; Conflict-Affected States</a:t>
            </a:r>
          </a:p>
          <a:p>
            <a:r>
              <a:rPr lang="en-US" sz="1000" dirty="0"/>
              <a:t>Countries and cities at the lowest SDI levels often face wars, political crises, low schooling rates, and weak governance structures that inhibit long-term development.</a:t>
            </a:r>
          </a:p>
          <a:p>
            <a:endParaRPr lang="en-US" sz="1000" dirty="0"/>
          </a:p>
          <a:p>
            <a:endParaRPr lang="en-US" sz="1000" dirty="0"/>
          </a:p>
        </p:txBody>
      </p:sp>
      <p:sp>
        <p:nvSpPr>
          <p:cNvPr id="9" name="object 9"/>
          <p:cNvSpPr txBox="1"/>
          <p:nvPr/>
        </p:nvSpPr>
        <p:spPr>
          <a:xfrm>
            <a:off x="4895788" y="3564107"/>
            <a:ext cx="3962400" cy="541751"/>
          </a:xfrm>
          <a:prstGeom prst="rect">
            <a:avLst/>
          </a:prstGeom>
        </p:spPr>
        <p:txBody>
          <a:bodyPr vert="horz" wrap="square" lIns="0" tIns="12700" rIns="0" bIns="0" rtlCol="0">
            <a:spAutoFit/>
          </a:bodyPr>
          <a:lstStyle/>
          <a:p>
            <a:pPr marL="12700" marR="5080">
              <a:lnSpc>
                <a:spcPct val="114999"/>
              </a:lnSpc>
              <a:spcBef>
                <a:spcPts val="100"/>
              </a:spcBef>
            </a:pPr>
            <a:r>
              <a:rPr sz="1000" dirty="0">
                <a:latin typeface="Trebuchet MS"/>
                <a:cs typeface="Trebuchet MS"/>
              </a:rPr>
              <a:t>Overall,</a:t>
            </a:r>
            <a:r>
              <a:rPr sz="1000" spc="250" dirty="0">
                <a:latin typeface="Trebuchet MS"/>
                <a:cs typeface="Trebuchet MS"/>
              </a:rPr>
              <a:t> </a:t>
            </a:r>
            <a:r>
              <a:rPr lang="en-US" sz="1000" dirty="0"/>
              <a:t>the gap between top and bottom remains wide, highlighting uneven global progress despite widespread improvements.</a:t>
            </a:r>
          </a:p>
          <a:p>
            <a:pPr marL="12700" marR="5080">
              <a:lnSpc>
                <a:spcPct val="114999"/>
              </a:lnSpc>
              <a:spcBef>
                <a:spcPts val="100"/>
              </a:spcBef>
            </a:pPr>
            <a:endParaRPr sz="1000" dirty="0">
              <a:latin typeface="Trebuchet MS"/>
              <a:cs typeface="Trebuchet MS"/>
            </a:endParaRPr>
          </a:p>
        </p:txBody>
      </p:sp>
      <p:sp>
        <p:nvSpPr>
          <p:cNvPr id="10" name="object 10"/>
          <p:cNvSpPr txBox="1">
            <a:spLocks noGrp="1"/>
          </p:cNvSpPr>
          <p:nvPr>
            <p:ph type="title"/>
          </p:nvPr>
        </p:nvSpPr>
        <p:spPr>
          <a:xfrm>
            <a:off x="286775" y="194992"/>
            <a:ext cx="37126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Top vs Bottom 10 SDI Countries (2021)</a:t>
            </a:r>
            <a:endParaRPr sz="1700" dirty="0"/>
          </a:p>
        </p:txBody>
      </p:sp>
      <p:pic>
        <p:nvPicPr>
          <p:cNvPr id="4" name="Picture 3">
            <a:extLst>
              <a:ext uri="{FF2B5EF4-FFF2-40B4-BE49-F238E27FC236}">
                <a16:creationId xmlns:a16="http://schemas.microsoft.com/office/drawing/2014/main" id="{DA82AD66-4F8E-466D-CA6E-56A07BE88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3001" y="0"/>
            <a:ext cx="4679047" cy="3105150"/>
          </a:xfrm>
          <a:prstGeom prst="rect">
            <a:avLst/>
          </a:prstGeom>
        </p:spPr>
      </p:pic>
      <p:pic>
        <p:nvPicPr>
          <p:cNvPr id="6" name="Picture 5">
            <a:extLst>
              <a:ext uri="{FF2B5EF4-FFF2-40B4-BE49-F238E27FC236}">
                <a16:creationId xmlns:a16="http://schemas.microsoft.com/office/drawing/2014/main" id="{D842E53B-D84E-75F4-F900-CD0D7EBCB3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611" y="2571750"/>
            <a:ext cx="4509201" cy="2552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16054" y="3492961"/>
            <a:ext cx="4214495" cy="689932"/>
          </a:xfrm>
          <a:prstGeom prst="rect">
            <a:avLst/>
          </a:prstGeom>
        </p:spPr>
        <p:txBody>
          <a:bodyPr vert="horz" wrap="square" lIns="0" tIns="12700" rIns="0" bIns="0" rtlCol="0">
            <a:spAutoFit/>
          </a:bodyPr>
          <a:lstStyle/>
          <a:p>
            <a:pPr marL="12065" marR="5080" indent="1270" algn="ctr">
              <a:lnSpc>
                <a:spcPct val="100000"/>
              </a:lnSpc>
              <a:spcBef>
                <a:spcPts val="100"/>
              </a:spcBef>
            </a:pPr>
            <a:r>
              <a:rPr sz="1100" dirty="0">
                <a:latin typeface="Trebuchet MS" panose="020B0603020202020204" pitchFamily="34" charset="0"/>
                <a:cs typeface="Trebuchet MS"/>
              </a:rPr>
              <a:t>“</a:t>
            </a:r>
            <a:r>
              <a:rPr lang="en-US" sz="1100" b="1" dirty="0">
                <a:latin typeface="Trebuchet MS" panose="020B0603020202020204" pitchFamily="34" charset="0"/>
                <a:cs typeface="Trebuchet MS"/>
              </a:rPr>
              <a:t>S</a:t>
            </a:r>
            <a:r>
              <a:rPr lang="en-US" sz="1100" b="1" dirty="0">
                <a:latin typeface="Trebuchet MS" panose="020B0603020202020204" pitchFamily="34" charset="0"/>
              </a:rPr>
              <a:t>DI Heatmap for Selected Countries</a:t>
            </a:r>
            <a:r>
              <a:rPr sz="1100" dirty="0">
                <a:latin typeface="Trebuchet MS" panose="020B0603020202020204" pitchFamily="34" charset="0"/>
                <a:cs typeface="Trebuchet MS"/>
              </a:rPr>
              <a:t>”</a:t>
            </a:r>
            <a:r>
              <a:rPr sz="1100" spc="195"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5" name="object 5"/>
          <p:cNvSpPr txBox="1">
            <a:spLocks noGrp="1"/>
          </p:cNvSpPr>
          <p:nvPr>
            <p:ph type="title"/>
          </p:nvPr>
        </p:nvSpPr>
        <p:spPr>
          <a:xfrm>
            <a:off x="201051" y="320280"/>
            <a:ext cx="4675750" cy="259045"/>
          </a:xfrm>
          <a:prstGeom prst="rect">
            <a:avLst/>
          </a:prstGeom>
        </p:spPr>
        <p:txBody>
          <a:bodyPr vert="horz" wrap="square" lIns="0" tIns="12700" rIns="0" bIns="0" rtlCol="0">
            <a:spAutoFit/>
          </a:bodyPr>
          <a:lstStyle/>
          <a:p>
            <a:pPr marL="12700">
              <a:lnSpc>
                <a:spcPct val="100000"/>
              </a:lnSpc>
              <a:spcBef>
                <a:spcPts val="100"/>
              </a:spcBef>
            </a:pPr>
            <a:r>
              <a:rPr lang="en-US" sz="1600" dirty="0"/>
              <a:t>Long-Term SDI Evolution for Major Countries</a:t>
            </a:r>
            <a:endParaRPr sz="1500" dirty="0"/>
          </a:p>
        </p:txBody>
      </p:sp>
      <p:sp>
        <p:nvSpPr>
          <p:cNvPr id="7" name="object 7"/>
          <p:cNvSpPr txBox="1"/>
          <p:nvPr/>
        </p:nvSpPr>
        <p:spPr>
          <a:xfrm>
            <a:off x="235750" y="1041270"/>
            <a:ext cx="3771900" cy="775212"/>
          </a:xfrm>
          <a:prstGeom prst="rect">
            <a:avLst/>
          </a:prstGeom>
        </p:spPr>
        <p:txBody>
          <a:bodyPr vert="horz" wrap="square" lIns="0" tIns="12700" rIns="0" bIns="0" rtlCol="0">
            <a:spAutoFit/>
          </a:bodyPr>
          <a:lstStyle/>
          <a:p>
            <a:pPr marL="12700" marR="5080">
              <a:lnSpc>
                <a:spcPct val="114999"/>
              </a:lnSpc>
              <a:spcBef>
                <a:spcPts val="100"/>
              </a:spcBef>
            </a:pPr>
            <a:r>
              <a:rPr lang="en-PK" sz="1100" dirty="0">
                <a:latin typeface="Trebuchet MS" panose="020B0603020202020204" pitchFamily="34" charset="0"/>
              </a:rPr>
              <a:t>The heatmap displays long-term SDI trajectories for ten major countries across different world regions. The </a:t>
            </a:r>
            <a:r>
              <a:rPr lang="en-PK" sz="1100" dirty="0" err="1">
                <a:latin typeface="Trebuchet MS" panose="020B0603020202020204" pitchFamily="34" charset="0"/>
              </a:rPr>
              <a:t>color</a:t>
            </a:r>
            <a:r>
              <a:rPr lang="en-PK" sz="1100" dirty="0">
                <a:latin typeface="Trebuchet MS" panose="020B0603020202020204" pitchFamily="34" charset="0"/>
              </a:rPr>
              <a:t> intensification over time reflects each country’s progress, revealing both convergence and divergence patterns</a:t>
            </a:r>
            <a:endParaRPr sz="1100" dirty="0">
              <a:latin typeface="Trebuchet MS" panose="020B0603020202020204" pitchFamily="34" charset="0"/>
              <a:cs typeface="Trebuchet MS"/>
            </a:endParaRPr>
          </a:p>
        </p:txBody>
      </p:sp>
      <p:sp>
        <p:nvSpPr>
          <p:cNvPr id="8" name="object 8"/>
          <p:cNvSpPr txBox="1"/>
          <p:nvPr/>
        </p:nvSpPr>
        <p:spPr>
          <a:xfrm>
            <a:off x="248449" y="1958209"/>
            <a:ext cx="2647151" cy="153888"/>
          </a:xfrm>
          <a:prstGeom prst="rect">
            <a:avLst/>
          </a:prstGeom>
          <a:solidFill>
            <a:srgbClr val="EEEEEE"/>
          </a:solidFill>
        </p:spPr>
        <p:txBody>
          <a:bodyPr vert="horz" wrap="square" lIns="0" tIns="0" rIns="0" bIns="0" rtlCol="0">
            <a:spAutoFit/>
          </a:bodyPr>
          <a:lstStyle/>
          <a:p>
            <a:pPr>
              <a:lnSpc>
                <a:spcPts val="1160"/>
              </a:lnSpc>
            </a:pPr>
            <a:r>
              <a:rPr lang="en-US" sz="1000" b="1" dirty="0"/>
              <a:t>Early Stabilizers — Japan, Germany, UK</a:t>
            </a:r>
            <a:endParaRPr sz="1000" b="1" dirty="0">
              <a:latin typeface="Trebuchet MS"/>
              <a:cs typeface="Trebuchet MS"/>
            </a:endParaRPr>
          </a:p>
        </p:txBody>
      </p:sp>
      <p:sp>
        <p:nvSpPr>
          <p:cNvPr id="9" name="object 9"/>
          <p:cNvSpPr txBox="1"/>
          <p:nvPr/>
        </p:nvSpPr>
        <p:spPr>
          <a:xfrm>
            <a:off x="235750" y="2092830"/>
            <a:ext cx="3835400" cy="554767"/>
          </a:xfrm>
          <a:prstGeom prst="rect">
            <a:avLst/>
          </a:prstGeom>
        </p:spPr>
        <p:txBody>
          <a:bodyPr vert="horz" wrap="square" lIns="0" tIns="12700" rIns="0" bIns="0" rtlCol="0">
            <a:spAutoFit/>
          </a:bodyPr>
          <a:lstStyle/>
          <a:p>
            <a:pPr marL="12700" marR="386080">
              <a:lnSpc>
                <a:spcPct val="114999"/>
              </a:lnSpc>
              <a:spcBef>
                <a:spcPts val="100"/>
              </a:spcBef>
            </a:pPr>
            <a:r>
              <a:rPr lang="en-US" sz="1050" dirty="0">
                <a:latin typeface="Trebuchet MS" panose="020B0603020202020204" pitchFamily="34" charset="0"/>
              </a:rPr>
              <a:t>These countries reached high SDI levels early and remain consistently dark on the heatmap, indicating mature demographic and social systems.</a:t>
            </a:r>
            <a:endParaRPr sz="1050" dirty="0">
              <a:latin typeface="Trebuchet MS" panose="020B0603020202020204" pitchFamily="34" charset="0"/>
              <a:cs typeface="Trebuchet MS"/>
            </a:endParaRPr>
          </a:p>
        </p:txBody>
      </p:sp>
      <p:sp>
        <p:nvSpPr>
          <p:cNvPr id="10" name="object 10"/>
          <p:cNvSpPr txBox="1"/>
          <p:nvPr/>
        </p:nvSpPr>
        <p:spPr>
          <a:xfrm>
            <a:off x="248449" y="2923191"/>
            <a:ext cx="2647151" cy="153888"/>
          </a:xfrm>
          <a:prstGeom prst="rect">
            <a:avLst/>
          </a:prstGeom>
          <a:solidFill>
            <a:srgbClr val="EEEEEE"/>
          </a:solidFill>
        </p:spPr>
        <p:txBody>
          <a:bodyPr vert="horz" wrap="square" lIns="0" tIns="0" rIns="0" bIns="0" rtlCol="0">
            <a:spAutoFit/>
          </a:bodyPr>
          <a:lstStyle/>
          <a:p>
            <a:pPr>
              <a:lnSpc>
                <a:spcPts val="1160"/>
              </a:lnSpc>
            </a:pPr>
            <a:r>
              <a:rPr lang="it-IT" sz="1000" b="1" dirty="0"/>
              <a:t>Rapid Climbers — China, India, Brazil</a:t>
            </a:r>
            <a:endParaRPr sz="1000" b="1" dirty="0">
              <a:latin typeface="Trebuchet MS"/>
              <a:cs typeface="Trebuchet MS"/>
            </a:endParaRPr>
          </a:p>
        </p:txBody>
      </p:sp>
      <p:sp>
        <p:nvSpPr>
          <p:cNvPr id="11" name="object 11"/>
          <p:cNvSpPr txBox="1"/>
          <p:nvPr/>
        </p:nvSpPr>
        <p:spPr>
          <a:xfrm>
            <a:off x="224337" y="3096347"/>
            <a:ext cx="3835400" cy="543739"/>
          </a:xfrm>
          <a:prstGeom prst="rect">
            <a:avLst/>
          </a:prstGeom>
        </p:spPr>
        <p:txBody>
          <a:bodyPr vert="horz" wrap="square" lIns="0" tIns="35560" rIns="0" bIns="0" rtlCol="0">
            <a:spAutoFit/>
          </a:bodyPr>
          <a:lstStyle/>
          <a:p>
            <a:pPr marL="12700">
              <a:lnSpc>
                <a:spcPct val="100000"/>
              </a:lnSpc>
              <a:spcBef>
                <a:spcPts val="280"/>
              </a:spcBef>
            </a:pPr>
            <a:r>
              <a:rPr lang="en-PK" sz="1100" dirty="0">
                <a:latin typeface="Trebuchet MS" panose="020B0603020202020204" pitchFamily="34" charset="0"/>
              </a:rPr>
              <a:t>Emerging giants (China, India, Brazil) show steady, strong improvements, particularly after the 1980s, signalling rapid socioeconomic transformations.</a:t>
            </a:r>
            <a:endParaRPr sz="1100" dirty="0">
              <a:latin typeface="Trebuchet MS" panose="020B0603020202020204" pitchFamily="34" charset="0"/>
              <a:cs typeface="Trebuchet MS"/>
            </a:endParaRPr>
          </a:p>
        </p:txBody>
      </p:sp>
      <p:sp>
        <p:nvSpPr>
          <p:cNvPr id="12" name="object 12"/>
          <p:cNvSpPr txBox="1"/>
          <p:nvPr/>
        </p:nvSpPr>
        <p:spPr>
          <a:xfrm>
            <a:off x="251551" y="3773574"/>
            <a:ext cx="2647151" cy="153888"/>
          </a:xfrm>
          <a:prstGeom prst="rect">
            <a:avLst/>
          </a:prstGeom>
          <a:solidFill>
            <a:srgbClr val="EEEEEE"/>
          </a:solidFill>
        </p:spPr>
        <p:txBody>
          <a:bodyPr vert="horz" wrap="square" lIns="0" tIns="0" rIns="0" bIns="0" rtlCol="0">
            <a:spAutoFit/>
          </a:bodyPr>
          <a:lstStyle/>
          <a:p>
            <a:pPr>
              <a:lnSpc>
                <a:spcPts val="1160"/>
              </a:lnSpc>
            </a:pPr>
            <a:r>
              <a:rPr lang="en-US" sz="1000" b="1" dirty="0">
                <a:latin typeface="Trebuchet MS" panose="020B0603020202020204" pitchFamily="34" charset="0"/>
              </a:rPr>
              <a:t>Slow Progresses — Nigeria and Others</a:t>
            </a:r>
            <a:endParaRPr sz="1000" b="1" dirty="0">
              <a:latin typeface="Trebuchet MS" panose="020B0603020202020204" pitchFamily="34" charset="0"/>
              <a:cs typeface="Trebuchet MS"/>
            </a:endParaRPr>
          </a:p>
        </p:txBody>
      </p:sp>
      <p:sp>
        <p:nvSpPr>
          <p:cNvPr id="13" name="object 13"/>
          <p:cNvSpPr txBox="1"/>
          <p:nvPr/>
        </p:nvSpPr>
        <p:spPr>
          <a:xfrm>
            <a:off x="235750" y="4026861"/>
            <a:ext cx="3644900" cy="580544"/>
          </a:xfrm>
          <a:prstGeom prst="rect">
            <a:avLst/>
          </a:prstGeom>
        </p:spPr>
        <p:txBody>
          <a:bodyPr vert="horz" wrap="square" lIns="0" tIns="12700" rIns="0" bIns="0" rtlCol="0">
            <a:spAutoFit/>
          </a:bodyPr>
          <a:lstStyle/>
          <a:p>
            <a:pPr marL="12700" marR="5080">
              <a:lnSpc>
                <a:spcPct val="114999"/>
              </a:lnSpc>
              <a:spcBef>
                <a:spcPts val="100"/>
              </a:spcBef>
            </a:pPr>
            <a:r>
              <a:rPr lang="en-PK" sz="1100" dirty="0">
                <a:latin typeface="Trebuchet MS" panose="020B0603020202020204" pitchFamily="34" charset="0"/>
              </a:rPr>
              <a:t>Lower-SDI countries such as Nigeria display slower progress and remain lighter in </a:t>
            </a:r>
            <a:r>
              <a:rPr lang="en-PK" sz="1100" dirty="0" err="1">
                <a:latin typeface="Trebuchet MS" panose="020B0603020202020204" pitchFamily="34" charset="0"/>
              </a:rPr>
              <a:t>color</a:t>
            </a:r>
            <a:r>
              <a:rPr lang="en-PK" sz="1100" dirty="0">
                <a:latin typeface="Trebuchet MS" panose="020B0603020202020204" pitchFamily="34" charset="0"/>
              </a:rPr>
              <a:t>, indicating persistent development challenges</a:t>
            </a:r>
            <a:endParaRPr sz="1100" dirty="0">
              <a:latin typeface="Trebuchet MS" panose="020B0603020202020204" pitchFamily="34" charset="0"/>
              <a:cs typeface="Trebuchet MS"/>
            </a:endParaRPr>
          </a:p>
        </p:txBody>
      </p:sp>
      <p:pic>
        <p:nvPicPr>
          <p:cNvPr id="4" name="Picture 3">
            <a:extLst>
              <a:ext uri="{FF2B5EF4-FFF2-40B4-BE49-F238E27FC236}">
                <a16:creationId xmlns:a16="http://schemas.microsoft.com/office/drawing/2014/main" id="{00AFC025-A014-B67C-9F29-0AF7DA707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1" y="0"/>
            <a:ext cx="4800600" cy="34929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24677" y="3927827"/>
            <a:ext cx="4285615" cy="689932"/>
          </a:xfrm>
          <a:prstGeom prst="rect">
            <a:avLst/>
          </a:prstGeom>
        </p:spPr>
        <p:txBody>
          <a:bodyPr vert="horz" wrap="square" lIns="0" tIns="12700" rIns="0" bIns="0" rtlCol="0">
            <a:spAutoFit/>
          </a:bodyPr>
          <a:lstStyle/>
          <a:p>
            <a:pPr marL="12700" marR="5080" indent="-1905" algn="ctr">
              <a:lnSpc>
                <a:spcPct val="100000"/>
              </a:lnSpc>
              <a:spcBef>
                <a:spcPts val="100"/>
              </a:spcBef>
            </a:pPr>
            <a:r>
              <a:rPr sz="1100" dirty="0">
                <a:latin typeface="Trebuchet MS"/>
                <a:cs typeface="Trebuchet MS"/>
              </a:rPr>
              <a:t>“</a:t>
            </a:r>
            <a:r>
              <a:rPr lang="en-US" sz="1100" b="1" dirty="0">
                <a:latin typeface="Trebuchet MS" panose="020B0603020202020204" pitchFamily="34" charset="0"/>
              </a:rPr>
              <a:t>Countries With the Largest Long-Term SDI Gains</a:t>
            </a:r>
            <a:r>
              <a:rPr sz="1100" dirty="0">
                <a:latin typeface="Trebuchet MS"/>
                <a:cs typeface="Trebuchet MS"/>
              </a:rPr>
              <a:t>”</a:t>
            </a:r>
            <a:r>
              <a:rPr sz="1100" spc="160" dirty="0">
                <a:latin typeface="Trebuchet MS"/>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a:cs typeface="Trebuchet MS"/>
            </a:endParaRPr>
          </a:p>
        </p:txBody>
      </p:sp>
      <p:sp>
        <p:nvSpPr>
          <p:cNvPr id="5" name="object 5"/>
          <p:cNvSpPr txBox="1">
            <a:spLocks noGrp="1"/>
          </p:cNvSpPr>
          <p:nvPr>
            <p:ph type="title"/>
          </p:nvPr>
        </p:nvSpPr>
        <p:spPr>
          <a:xfrm>
            <a:off x="201050" y="320280"/>
            <a:ext cx="8741899" cy="259045"/>
          </a:xfrm>
          <a:prstGeom prst="rect">
            <a:avLst/>
          </a:prstGeom>
        </p:spPr>
        <p:txBody>
          <a:bodyPr vert="horz" wrap="square" lIns="0" tIns="12700" rIns="0" bIns="0" rtlCol="0">
            <a:spAutoFit/>
          </a:bodyPr>
          <a:lstStyle/>
          <a:p>
            <a:pPr marL="12700">
              <a:lnSpc>
                <a:spcPct val="100000"/>
              </a:lnSpc>
              <a:spcBef>
                <a:spcPts val="100"/>
              </a:spcBef>
            </a:pPr>
            <a:r>
              <a:rPr lang="en-US" sz="1600" dirty="0"/>
              <a:t>Top 10 Countries by Total SDI Change (1950–2021)</a:t>
            </a:r>
            <a:endParaRPr sz="1600" dirty="0"/>
          </a:p>
        </p:txBody>
      </p:sp>
      <p:sp>
        <p:nvSpPr>
          <p:cNvPr id="6" name="object 6"/>
          <p:cNvSpPr txBox="1"/>
          <p:nvPr/>
        </p:nvSpPr>
        <p:spPr>
          <a:xfrm>
            <a:off x="179975" y="917470"/>
            <a:ext cx="4045585" cy="969881"/>
          </a:xfrm>
          <a:prstGeom prst="rect">
            <a:avLst/>
          </a:prstGeom>
        </p:spPr>
        <p:txBody>
          <a:bodyPr vert="horz" wrap="square" lIns="0" tIns="12700" rIns="0" bIns="0" rtlCol="0">
            <a:spAutoFit/>
          </a:bodyPr>
          <a:lstStyle/>
          <a:p>
            <a:pPr marL="12700" marR="5080">
              <a:lnSpc>
                <a:spcPct val="114999"/>
              </a:lnSpc>
              <a:spcBef>
                <a:spcPts val="100"/>
              </a:spcBef>
            </a:pPr>
            <a:r>
              <a:rPr lang="en-PK" sz="1100" dirty="0">
                <a:latin typeface="Trebuchet MS" panose="020B0603020202020204" pitchFamily="34" charset="0"/>
              </a:rPr>
              <a:t>The bar chart displays the ten countries with the largest cumulative SDI increases from 1950 to 2021. Each bar represents the total sum of year-to-year SDI differences for that country, highlighting the nations that experienced the most significant long-term improvements.</a:t>
            </a:r>
            <a:endParaRPr sz="1100" dirty="0">
              <a:latin typeface="Trebuchet MS" panose="020B0603020202020204" pitchFamily="34" charset="0"/>
              <a:cs typeface="Trebuchet MS"/>
            </a:endParaRPr>
          </a:p>
        </p:txBody>
      </p:sp>
      <p:sp>
        <p:nvSpPr>
          <p:cNvPr id="7" name="object 7"/>
          <p:cNvSpPr txBox="1"/>
          <p:nvPr/>
        </p:nvSpPr>
        <p:spPr>
          <a:xfrm>
            <a:off x="339995" y="2038350"/>
            <a:ext cx="3885565" cy="1705595"/>
          </a:xfrm>
          <a:prstGeom prst="rect">
            <a:avLst/>
          </a:prstGeom>
        </p:spPr>
        <p:txBody>
          <a:bodyPr vert="horz" wrap="square" lIns="0" tIns="12700" rIns="0" bIns="0" rtlCol="0">
            <a:spAutoFit/>
          </a:bodyPr>
          <a:lstStyle/>
          <a:p>
            <a:r>
              <a:rPr lang="en-US" sz="1000" b="1" dirty="0"/>
              <a:t>Middle Eastern Surge — UAE, Oman, Saudi Arabia, Qatar</a:t>
            </a:r>
          </a:p>
          <a:p>
            <a:r>
              <a:rPr lang="en-US" sz="1000" dirty="0"/>
              <a:t>These countries show the most dramatic SDI increases, driven by rapid modernization and economic transformation.</a:t>
            </a:r>
          </a:p>
          <a:p>
            <a:endParaRPr lang="en-US" sz="1000" dirty="0"/>
          </a:p>
          <a:p>
            <a:r>
              <a:rPr lang="en-US" sz="1000" b="1" dirty="0"/>
              <a:t>Strategic Reformers — Jordan, Iran</a:t>
            </a:r>
          </a:p>
          <a:p>
            <a:r>
              <a:rPr lang="en-US" sz="1000" dirty="0"/>
              <a:t>Large improvements reflect demographic transition, education expansion, and healthcare system strengthening.</a:t>
            </a:r>
          </a:p>
          <a:p>
            <a:endParaRPr lang="en-US" sz="1000" dirty="0"/>
          </a:p>
          <a:p>
            <a:r>
              <a:rPr lang="en-US" sz="1000" b="1" dirty="0"/>
              <a:t>East Asian Risers — South Korea, Taiwan</a:t>
            </a:r>
          </a:p>
          <a:p>
            <a:r>
              <a:rPr lang="en-US" sz="1000" dirty="0"/>
              <a:t>Decades of industrialization and human-capital investment resulted in exceptional long-term SDI growth.</a:t>
            </a:r>
          </a:p>
        </p:txBody>
      </p:sp>
      <p:sp>
        <p:nvSpPr>
          <p:cNvPr id="8" name="object 8"/>
          <p:cNvSpPr txBox="1"/>
          <p:nvPr/>
        </p:nvSpPr>
        <p:spPr>
          <a:xfrm>
            <a:off x="193560" y="3927827"/>
            <a:ext cx="4045585" cy="351891"/>
          </a:xfrm>
          <a:prstGeom prst="rect">
            <a:avLst/>
          </a:prstGeom>
        </p:spPr>
        <p:txBody>
          <a:bodyPr vert="horz" wrap="square" lIns="0" tIns="12700" rIns="0" bIns="0" rtlCol="0">
            <a:spAutoFit/>
          </a:bodyPr>
          <a:lstStyle/>
          <a:p>
            <a:pPr marL="12700" marR="5080">
              <a:lnSpc>
                <a:spcPct val="114999"/>
              </a:lnSpc>
              <a:spcBef>
                <a:spcPts val="100"/>
              </a:spcBef>
            </a:pPr>
            <a:r>
              <a:rPr sz="1000" dirty="0">
                <a:latin typeface="Trebuchet MS"/>
                <a:cs typeface="Trebuchet MS"/>
              </a:rPr>
              <a:t>Overall,</a:t>
            </a:r>
            <a:r>
              <a:rPr sz="1000" spc="125" dirty="0">
                <a:latin typeface="Trebuchet MS"/>
                <a:cs typeface="Trebuchet MS"/>
              </a:rPr>
              <a:t> </a:t>
            </a:r>
            <a:r>
              <a:rPr lang="en-US" sz="1000" dirty="0"/>
              <a:t>The biggest SDI improvements cluster in the Middle East and East Asia, highlighting two of the world’s fastest-transforming regions.</a:t>
            </a:r>
            <a:endParaRPr sz="1000" dirty="0">
              <a:latin typeface="Trebuchet MS"/>
              <a:cs typeface="Trebuchet MS"/>
            </a:endParaRPr>
          </a:p>
        </p:txBody>
      </p:sp>
      <p:pic>
        <p:nvPicPr>
          <p:cNvPr id="4" name="Picture 3">
            <a:extLst>
              <a:ext uri="{FF2B5EF4-FFF2-40B4-BE49-F238E27FC236}">
                <a16:creationId xmlns:a16="http://schemas.microsoft.com/office/drawing/2014/main" id="{5209C75C-4F39-A1E9-4A9E-7E82D0A42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525741"/>
            <a:ext cx="4724400" cy="34020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00600" y="3836829"/>
            <a:ext cx="4213860" cy="689932"/>
          </a:xfrm>
          <a:prstGeom prst="rect">
            <a:avLst/>
          </a:prstGeom>
        </p:spPr>
        <p:txBody>
          <a:bodyPr vert="horz" wrap="square" lIns="0" tIns="12700" rIns="0" bIns="0" rtlCol="0">
            <a:spAutoFit/>
          </a:bodyPr>
          <a:lstStyle/>
          <a:p>
            <a:pPr marL="12700" marR="5080" indent="-635" algn="ctr">
              <a:lnSpc>
                <a:spcPct val="100000"/>
              </a:lnSpc>
              <a:spcBef>
                <a:spcPts val="100"/>
              </a:spcBef>
            </a:pPr>
            <a:r>
              <a:rPr sz="1100" spc="-35" dirty="0">
                <a:latin typeface="Trebuchet MS" panose="020B0603020202020204" pitchFamily="34" charset="0"/>
                <a:cs typeface="Trebuchet MS"/>
              </a:rPr>
              <a:t>“</a:t>
            </a:r>
            <a:r>
              <a:rPr lang="en-US" sz="1100" dirty="0">
                <a:latin typeface="Trebuchet MS" panose="020B0603020202020204" pitchFamily="34" charset="0"/>
              </a:rPr>
              <a:t>Italy SDI Time Series (1950–2021)</a:t>
            </a:r>
            <a:r>
              <a:rPr sz="1100" dirty="0">
                <a:latin typeface="Trebuchet MS" panose="020B0603020202020204" pitchFamily="34" charset="0"/>
                <a:cs typeface="Trebuchet MS"/>
              </a:rPr>
              <a:t>”</a:t>
            </a:r>
            <a:r>
              <a:rPr sz="1100" spc="204"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7" name="object 7"/>
          <p:cNvSpPr txBox="1">
            <a:spLocks noGrp="1"/>
          </p:cNvSpPr>
          <p:nvPr>
            <p:ph type="title"/>
          </p:nvPr>
        </p:nvSpPr>
        <p:spPr>
          <a:xfrm>
            <a:off x="201050" y="320788"/>
            <a:ext cx="3771265" cy="505267"/>
          </a:xfrm>
          <a:prstGeom prst="rect">
            <a:avLst/>
          </a:prstGeom>
        </p:spPr>
        <p:txBody>
          <a:bodyPr vert="horz" wrap="square" lIns="0" tIns="12700" rIns="0" bIns="0" rtlCol="0">
            <a:spAutoFit/>
          </a:bodyPr>
          <a:lstStyle/>
          <a:p>
            <a:pPr marL="12700">
              <a:lnSpc>
                <a:spcPct val="100000"/>
              </a:lnSpc>
              <a:spcBef>
                <a:spcPts val="100"/>
              </a:spcBef>
            </a:pPr>
            <a:r>
              <a:rPr lang="en-US" sz="1600" dirty="0"/>
              <a:t>Italy’s Development Trajectory (1950–2021)</a:t>
            </a:r>
            <a:endParaRPr sz="1700" dirty="0"/>
          </a:p>
        </p:txBody>
      </p:sp>
      <p:sp>
        <p:nvSpPr>
          <p:cNvPr id="9" name="object 9"/>
          <p:cNvSpPr txBox="1"/>
          <p:nvPr/>
        </p:nvSpPr>
        <p:spPr>
          <a:xfrm>
            <a:off x="249121" y="857499"/>
            <a:ext cx="3834765" cy="2747547"/>
          </a:xfrm>
          <a:prstGeom prst="rect">
            <a:avLst/>
          </a:prstGeom>
        </p:spPr>
        <p:txBody>
          <a:bodyPr vert="horz" wrap="square" lIns="0" tIns="12700" rIns="0" bIns="0" rtlCol="0">
            <a:spAutoFit/>
          </a:bodyPr>
          <a:lstStyle/>
          <a:p>
            <a:pPr marL="12700" marR="448309">
              <a:lnSpc>
                <a:spcPct val="114999"/>
              </a:lnSpc>
              <a:spcBef>
                <a:spcPts val="100"/>
              </a:spcBef>
            </a:pPr>
            <a:r>
              <a:rPr lang="en-PK" sz="1100" dirty="0">
                <a:latin typeface="Trebuchet MS" panose="020B0603020202020204" pitchFamily="34" charset="0"/>
              </a:rPr>
              <a:t>Italy’s SDI trajectory shows a long-term and almost</a:t>
            </a:r>
            <a:r>
              <a:rPr lang="en-US" sz="1100" dirty="0">
                <a:latin typeface="Trebuchet MS" panose="020B0603020202020204" pitchFamily="34" charset="0"/>
              </a:rPr>
              <a:t> </a:t>
            </a:r>
            <a:r>
              <a:rPr lang="en-PK" sz="1100" dirty="0">
                <a:latin typeface="Trebuchet MS" panose="020B0603020202020204" pitchFamily="34" charset="0"/>
              </a:rPr>
              <a:t>uninterrupted improvement from 1950 onward</a:t>
            </a:r>
            <a:r>
              <a:rPr lang="en-US" sz="1100" dirty="0">
                <a:latin typeface="Trebuchet MS" panose="020B0603020202020204" pitchFamily="34" charset="0"/>
              </a:rPr>
              <a:t> </a:t>
            </a:r>
            <a:r>
              <a:rPr lang="en-PK" sz="1100" dirty="0">
                <a:latin typeface="Trebuchet MS" panose="020B0603020202020204" pitchFamily="34" charset="0"/>
              </a:rPr>
              <a:t>Th</a:t>
            </a:r>
            <a:r>
              <a:rPr lang="en-US" sz="1100" dirty="0">
                <a:latin typeface="Trebuchet MS" panose="020B0603020202020204" pitchFamily="34" charset="0"/>
              </a:rPr>
              <a:t>e </a:t>
            </a:r>
            <a:r>
              <a:rPr lang="en-PK" sz="1100" dirty="0">
                <a:latin typeface="Trebuchet MS" panose="020B0603020202020204" pitchFamily="34" charset="0"/>
              </a:rPr>
              <a:t>early decades reflect rapid post-war reconstruction, declining fertility, rising life expectancy, and expansion of public education.</a:t>
            </a:r>
            <a:endParaRPr lang="en-US" sz="1100" dirty="0">
              <a:latin typeface="Trebuchet MS" panose="020B0603020202020204" pitchFamily="34" charset="0"/>
            </a:endParaRPr>
          </a:p>
          <a:p>
            <a:pPr marL="12700" marR="448309">
              <a:lnSpc>
                <a:spcPct val="114999"/>
              </a:lnSpc>
              <a:spcBef>
                <a:spcPts val="100"/>
              </a:spcBef>
            </a:pPr>
            <a:br>
              <a:rPr lang="en-PK" sz="1100" dirty="0">
                <a:latin typeface="Trebuchet MS" panose="020B0603020202020204" pitchFamily="34" charset="0"/>
              </a:rPr>
            </a:br>
            <a:r>
              <a:rPr lang="en-PK" sz="1100" dirty="0">
                <a:latin typeface="Trebuchet MS" panose="020B0603020202020204" pitchFamily="34" charset="0"/>
              </a:rPr>
              <a:t>Growth stabilizes around the 1980s–1990s as Italy completes its demographic transition and reaches high-SDI status.</a:t>
            </a:r>
            <a:endParaRPr lang="en-US" sz="1100" dirty="0">
              <a:latin typeface="Trebuchet MS" panose="020B0603020202020204" pitchFamily="34" charset="0"/>
            </a:endParaRPr>
          </a:p>
          <a:p>
            <a:pPr marL="12700" marR="448309">
              <a:lnSpc>
                <a:spcPct val="114999"/>
              </a:lnSpc>
              <a:spcBef>
                <a:spcPts val="100"/>
              </a:spcBef>
            </a:pPr>
            <a:br>
              <a:rPr lang="en-PK" sz="1100" dirty="0">
                <a:latin typeface="Trebuchet MS" panose="020B0603020202020204" pitchFamily="34" charset="0"/>
              </a:rPr>
            </a:br>
            <a:r>
              <a:rPr lang="en-PK" sz="1100" dirty="0">
                <a:latin typeface="Trebuchet MS" panose="020B0603020202020204" pitchFamily="34" charset="0"/>
              </a:rPr>
              <a:t>From the 2000s onwards, improvements continue but at a slower pace, showing the typical plateau of developed countries where further gains become incremental</a:t>
            </a:r>
            <a:endParaRPr sz="1100" dirty="0">
              <a:latin typeface="Trebuchet MS" panose="020B0603020202020204" pitchFamily="34" charset="0"/>
              <a:cs typeface="Trebuchet MS"/>
            </a:endParaRPr>
          </a:p>
        </p:txBody>
      </p:sp>
      <p:sp>
        <p:nvSpPr>
          <p:cNvPr id="15" name="object 15"/>
          <p:cNvSpPr txBox="1"/>
          <p:nvPr/>
        </p:nvSpPr>
        <p:spPr>
          <a:xfrm>
            <a:off x="296572" y="3705457"/>
            <a:ext cx="3708400" cy="580544"/>
          </a:xfrm>
          <a:prstGeom prst="rect">
            <a:avLst/>
          </a:prstGeom>
        </p:spPr>
        <p:txBody>
          <a:bodyPr vert="horz" wrap="square" lIns="0" tIns="12700" rIns="0" bIns="0" rtlCol="0">
            <a:spAutoFit/>
          </a:bodyPr>
          <a:lstStyle/>
          <a:p>
            <a:pPr marL="12700" marR="5080">
              <a:lnSpc>
                <a:spcPct val="114999"/>
              </a:lnSpc>
              <a:spcBef>
                <a:spcPts val="100"/>
              </a:spcBef>
            </a:pPr>
            <a:r>
              <a:rPr lang="en-PK" sz="1100" dirty="0">
                <a:latin typeface="Trebuchet MS" panose="020B0603020202020204" pitchFamily="34" charset="0"/>
              </a:rPr>
              <a:t>Overall, Italy’s curve demonstrates consistent long-term social progress with stable high performance in recent decades.</a:t>
            </a:r>
            <a:endParaRPr sz="1100" dirty="0">
              <a:latin typeface="Trebuchet MS" panose="020B0603020202020204" pitchFamily="34" charset="0"/>
              <a:cs typeface="Trebuchet MS"/>
            </a:endParaRPr>
          </a:p>
        </p:txBody>
      </p:sp>
      <p:pic>
        <p:nvPicPr>
          <p:cNvPr id="17" name="Picture 16" descr="A graph with a line of red dots&#10;&#10;AI-generated content may be incorrect.">
            <a:extLst>
              <a:ext uri="{FF2B5EF4-FFF2-40B4-BE49-F238E27FC236}">
                <a16:creationId xmlns:a16="http://schemas.microsoft.com/office/drawing/2014/main" id="{B8F009EA-00E9-EF6E-FD83-695F8C50C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2684" y="578054"/>
            <a:ext cx="4721316" cy="3185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93075" y="4188431"/>
            <a:ext cx="4214495" cy="689932"/>
          </a:xfrm>
          <a:prstGeom prst="rect">
            <a:avLst/>
          </a:prstGeom>
        </p:spPr>
        <p:txBody>
          <a:bodyPr vert="horz" wrap="square" lIns="0" tIns="12700" rIns="0" bIns="0" rtlCol="0">
            <a:spAutoFit/>
          </a:bodyPr>
          <a:lstStyle/>
          <a:p>
            <a:pPr marL="12700" marR="5080" algn="just">
              <a:lnSpc>
                <a:spcPct val="100000"/>
              </a:lnSpc>
              <a:spcBef>
                <a:spcPts val="100"/>
              </a:spcBef>
            </a:pPr>
            <a:r>
              <a:rPr sz="1100" spc="-20" dirty="0">
                <a:latin typeface="Trebuchet MS" panose="020B0603020202020204" pitchFamily="34" charset="0"/>
                <a:cs typeface="Trebuchet MS"/>
              </a:rPr>
              <a:t>“</a:t>
            </a:r>
            <a:r>
              <a:rPr lang="fr-FR" sz="1100" dirty="0" err="1">
                <a:latin typeface="Trebuchet MS" panose="020B0603020202020204" pitchFamily="34" charset="0"/>
              </a:rPr>
              <a:t>Italy</a:t>
            </a:r>
            <a:r>
              <a:rPr lang="fr-FR" sz="1100" dirty="0">
                <a:latin typeface="Trebuchet MS" panose="020B0603020202020204" pitchFamily="34" charset="0"/>
              </a:rPr>
              <a:t> vs EU Countries (1950–2021)</a:t>
            </a:r>
            <a:r>
              <a:rPr sz="1100" dirty="0">
                <a:latin typeface="Trebuchet MS" panose="020B0603020202020204" pitchFamily="34" charset="0"/>
                <a:cs typeface="Trebuchet MS"/>
              </a:rPr>
              <a:t>”</a:t>
            </a:r>
            <a:r>
              <a:rPr sz="1100" spc="114"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8" name="object 8"/>
          <p:cNvSpPr txBox="1"/>
          <p:nvPr/>
        </p:nvSpPr>
        <p:spPr>
          <a:xfrm>
            <a:off x="235175" y="964194"/>
            <a:ext cx="3910965" cy="2332562"/>
          </a:xfrm>
          <a:prstGeom prst="rect">
            <a:avLst/>
          </a:prstGeom>
        </p:spPr>
        <p:txBody>
          <a:bodyPr vert="horz" wrap="square" lIns="0" tIns="12700" rIns="0" bIns="0" rtlCol="0">
            <a:spAutoFit/>
          </a:bodyPr>
          <a:lstStyle/>
          <a:p>
            <a:pPr marL="12700" marR="271780">
              <a:lnSpc>
                <a:spcPct val="114999"/>
              </a:lnSpc>
              <a:spcBef>
                <a:spcPts val="100"/>
              </a:spcBef>
            </a:pPr>
            <a:r>
              <a:rPr lang="en-PK" sz="1100" dirty="0">
                <a:latin typeface="Trebuchet MS" panose="020B0603020202020204" pitchFamily="34" charset="0"/>
              </a:rPr>
              <a:t>When comparing Italy to other European Union countries, the chart shows that Italy’s progression aligns closely with major Western European economies</a:t>
            </a:r>
            <a:r>
              <a:rPr lang="en-US" sz="1100" dirty="0">
                <a:latin typeface="Trebuchet MS" panose="020B0603020202020204" pitchFamily="34" charset="0"/>
              </a:rPr>
              <a:t>.</a:t>
            </a:r>
            <a:endParaRPr sz="1100" dirty="0">
              <a:latin typeface="Trebuchet MS" panose="020B0603020202020204" pitchFamily="34" charset="0"/>
              <a:cs typeface="Trebuchet MS"/>
            </a:endParaRPr>
          </a:p>
          <a:p>
            <a:pPr marL="469900" marR="5080" indent="-305435">
              <a:lnSpc>
                <a:spcPct val="114999"/>
              </a:lnSpc>
              <a:buFont typeface="Arial MT"/>
              <a:buChar char="●"/>
              <a:tabLst>
                <a:tab pos="469900" algn="l"/>
              </a:tabLst>
            </a:pPr>
            <a:r>
              <a:rPr lang="en-PK" sz="1100" dirty="0">
                <a:latin typeface="Trebuchet MS" panose="020B0603020202020204" pitchFamily="34" charset="0"/>
              </a:rPr>
              <a:t>Older EU members exhibit similar long-term trajectories, with rapid development in the 1950–1980 period and stabilization afterward</a:t>
            </a:r>
            <a:r>
              <a:rPr lang="en-US" sz="1100" dirty="0">
                <a:latin typeface="Trebuchet MS" panose="020B0603020202020204" pitchFamily="34" charset="0"/>
              </a:rPr>
              <a:t>.</a:t>
            </a:r>
          </a:p>
          <a:p>
            <a:pPr marL="469900" marR="5080" indent="-305435">
              <a:lnSpc>
                <a:spcPct val="114999"/>
              </a:lnSpc>
              <a:buFont typeface="Arial MT"/>
              <a:buChar char="●"/>
              <a:tabLst>
                <a:tab pos="469900" algn="l"/>
              </a:tabLst>
            </a:pPr>
            <a:r>
              <a:rPr lang="en-PK" sz="1100" dirty="0">
                <a:latin typeface="Trebuchet MS" panose="020B0603020202020204" pitchFamily="34" charset="0"/>
              </a:rPr>
              <a:t>Eastern European countries show different dynamics: a slower pace during the communist era, followed by accelerated growth after 1990 and EU integration</a:t>
            </a:r>
            <a:r>
              <a:rPr sz="1100" spc="55" dirty="0">
                <a:latin typeface="Trebuchet MS" panose="020B0603020202020204" pitchFamily="34" charset="0"/>
                <a:cs typeface="Trebuchet MS"/>
              </a:rPr>
              <a:t>.</a:t>
            </a:r>
            <a:endParaRPr sz="1100" dirty="0">
              <a:latin typeface="Trebuchet MS" panose="020B0603020202020204" pitchFamily="34" charset="0"/>
              <a:cs typeface="Trebuchet MS"/>
            </a:endParaRPr>
          </a:p>
          <a:p>
            <a:pPr marL="466725" marR="194945" indent="-302260" algn="just">
              <a:lnSpc>
                <a:spcPct val="114999"/>
              </a:lnSpc>
              <a:buFont typeface="Arial MT"/>
              <a:buChar char="●"/>
              <a:tabLst>
                <a:tab pos="469900" algn="l"/>
              </a:tabLst>
            </a:pPr>
            <a:r>
              <a:rPr lang="en-PK" sz="1100" dirty="0">
                <a:latin typeface="Trebuchet MS" panose="020B0603020202020204" pitchFamily="34" charset="0"/>
              </a:rPr>
              <a:t>Italy stands consistently in the upper tier of EU SDI values, demonstrating a stable social framework comparable to Germany, France, and the UK.</a:t>
            </a:r>
            <a:r>
              <a:rPr sz="1100" spc="-10" dirty="0">
                <a:latin typeface="Trebuchet MS" panose="020B0603020202020204" pitchFamily="34" charset="0"/>
                <a:cs typeface="Trebuchet MS"/>
              </a:rPr>
              <a:t>.</a:t>
            </a:r>
            <a:endParaRPr sz="1100" dirty="0">
              <a:latin typeface="Trebuchet MS" panose="020B0603020202020204" pitchFamily="34" charset="0"/>
              <a:cs typeface="Trebuchet MS"/>
            </a:endParaRPr>
          </a:p>
        </p:txBody>
      </p:sp>
      <p:sp>
        <p:nvSpPr>
          <p:cNvPr id="9" name="object 9"/>
          <p:cNvSpPr txBox="1"/>
          <p:nvPr/>
        </p:nvSpPr>
        <p:spPr>
          <a:xfrm>
            <a:off x="235175" y="3570234"/>
            <a:ext cx="3942715" cy="385811"/>
          </a:xfrm>
          <a:prstGeom prst="rect">
            <a:avLst/>
          </a:prstGeom>
        </p:spPr>
        <p:txBody>
          <a:bodyPr vert="horz" wrap="square" lIns="0" tIns="12700" rIns="0" bIns="0" rtlCol="0">
            <a:spAutoFit/>
          </a:bodyPr>
          <a:lstStyle/>
          <a:p>
            <a:pPr marL="12700" marR="5080" algn="just">
              <a:lnSpc>
                <a:spcPct val="114999"/>
              </a:lnSpc>
              <a:spcBef>
                <a:spcPts val="100"/>
              </a:spcBef>
            </a:pPr>
            <a:r>
              <a:rPr sz="1100" dirty="0">
                <a:latin typeface="Trebuchet MS"/>
                <a:cs typeface="Trebuchet MS"/>
              </a:rPr>
              <a:t>Overall,</a:t>
            </a:r>
            <a:r>
              <a:rPr sz="1100" spc="295" dirty="0">
                <a:latin typeface="Trebuchet MS"/>
                <a:cs typeface="Trebuchet MS"/>
              </a:rPr>
              <a:t> </a:t>
            </a:r>
            <a:r>
              <a:rPr lang="en-PK" sz="1100" dirty="0"/>
              <a:t>Italy’s development mirrors Western Europe’s path, while Eastern Europe displays a “catch-up” pattern</a:t>
            </a:r>
            <a:endParaRPr sz="1100" dirty="0">
              <a:latin typeface="Trebuchet MS"/>
              <a:cs typeface="Trebuchet MS"/>
            </a:endParaRPr>
          </a:p>
        </p:txBody>
      </p:sp>
      <p:sp>
        <p:nvSpPr>
          <p:cNvPr id="10" name="object 10"/>
          <p:cNvSpPr txBox="1">
            <a:spLocks noGrp="1"/>
          </p:cNvSpPr>
          <p:nvPr>
            <p:ph type="title"/>
          </p:nvPr>
        </p:nvSpPr>
        <p:spPr>
          <a:xfrm>
            <a:off x="201050" y="320280"/>
            <a:ext cx="8741899" cy="289823"/>
          </a:xfrm>
          <a:prstGeom prst="rect">
            <a:avLst/>
          </a:prstGeom>
        </p:spPr>
        <p:txBody>
          <a:bodyPr vert="horz" wrap="square" lIns="0" tIns="12700" rIns="0" bIns="0" rtlCol="0">
            <a:spAutoFit/>
          </a:bodyPr>
          <a:lstStyle/>
          <a:p>
            <a:pPr marL="12700">
              <a:lnSpc>
                <a:spcPct val="100000"/>
              </a:lnSpc>
              <a:spcBef>
                <a:spcPts val="100"/>
              </a:spcBef>
            </a:pPr>
            <a:r>
              <a:rPr lang="en-PK" dirty="0"/>
              <a:t>SDI Trend for EU Countries (1950–2021)</a:t>
            </a:r>
            <a:endParaRPr sz="1600" dirty="0"/>
          </a:p>
        </p:txBody>
      </p:sp>
      <p:pic>
        <p:nvPicPr>
          <p:cNvPr id="12" name="Picture 11" descr="A graph of different colored lines&#10;&#10;AI-generated content may be incorrect.">
            <a:extLst>
              <a:ext uri="{FF2B5EF4-FFF2-40B4-BE49-F238E27FC236}">
                <a16:creationId xmlns:a16="http://schemas.microsoft.com/office/drawing/2014/main" id="{4651B5DB-B28B-5421-51AE-FF494ACD8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3950" y="610103"/>
            <a:ext cx="4716053" cy="3410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44559" y="3827540"/>
            <a:ext cx="4213860" cy="689932"/>
          </a:xfrm>
          <a:prstGeom prst="rect">
            <a:avLst/>
          </a:prstGeom>
        </p:spPr>
        <p:txBody>
          <a:bodyPr vert="horz" wrap="square" lIns="0" tIns="12700" rIns="0" bIns="0" rtlCol="0">
            <a:spAutoFit/>
          </a:bodyPr>
          <a:lstStyle/>
          <a:p>
            <a:pPr marL="12700" marR="5080" indent="-635" algn="ctr">
              <a:lnSpc>
                <a:spcPct val="100000"/>
              </a:lnSpc>
              <a:spcBef>
                <a:spcPts val="100"/>
              </a:spcBef>
            </a:pPr>
            <a:r>
              <a:rPr sz="1100" dirty="0">
                <a:latin typeface="Trebuchet MS" panose="020B0603020202020204" pitchFamily="34" charset="0"/>
                <a:cs typeface="Trebuchet MS"/>
              </a:rPr>
              <a:t>“</a:t>
            </a:r>
            <a:r>
              <a:rPr lang="en-PK" sz="1100" b="1" dirty="0">
                <a:latin typeface="Trebuchet MS" panose="020B0603020202020204" pitchFamily="34" charset="0"/>
              </a:rPr>
              <a:t>Italy SDI and 5-year rolling average</a:t>
            </a:r>
            <a:r>
              <a:rPr sz="1100" spc="-10" dirty="0">
                <a:latin typeface="Trebuchet MS" panose="020B0603020202020204" pitchFamily="34" charset="0"/>
                <a:cs typeface="Trebuchet MS"/>
              </a:rPr>
              <a:t>” </a:t>
            </a:r>
            <a:r>
              <a:rPr lang="en-US" sz="1100" spc="-25" dirty="0">
                <a:latin typeface="Trebuchet MS" panose="020B0603020202020204" pitchFamily="34" charset="0"/>
                <a:cs typeface="Trebuchet MS"/>
              </a:rPr>
              <a:t>by </a:t>
            </a:r>
            <a:r>
              <a:rPr lang="en-US" sz="1100" b="1" spc="50" dirty="0">
                <a:latin typeface="Trebuchet MS" panose="020B0603020202020204" pitchFamily="34" charset="0"/>
                <a:cs typeface="Trebuchet MS"/>
              </a:rPr>
              <a:t>Abdul Sami</a:t>
            </a:r>
            <a:r>
              <a:rPr lang="en-US" sz="1100" dirty="0">
                <a:latin typeface="Trebuchet MS" panose="020B0603020202020204" pitchFamily="34" charset="0"/>
                <a:cs typeface="Trebuchet MS"/>
              </a:rPr>
              <a: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based</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on</a:t>
            </a:r>
            <a:r>
              <a:rPr lang="en-US" sz="1100" spc="190" dirty="0">
                <a:latin typeface="Trebuchet MS" panose="020B0603020202020204" pitchFamily="34" charset="0"/>
                <a:cs typeface="Trebuchet MS"/>
              </a:rPr>
              <a:t> a </a:t>
            </a:r>
            <a:r>
              <a:rPr lang="en-US" sz="1100" dirty="0">
                <a:latin typeface="Trebuchet MS" panose="020B0603020202020204" pitchFamily="34" charset="0"/>
                <a:cs typeface="Trebuchet MS"/>
              </a:rPr>
              <a:t>dataset</a:t>
            </a:r>
            <a:r>
              <a:rPr lang="en-US" sz="1100" spc="190" dirty="0">
                <a:latin typeface="Trebuchet MS" panose="020B0603020202020204" pitchFamily="34" charset="0"/>
                <a:cs typeface="Trebuchet MS"/>
              </a:rPr>
              <a:t> </a:t>
            </a:r>
            <a:r>
              <a:rPr lang="en-US" sz="1100" dirty="0">
                <a:latin typeface="Trebuchet MS" panose="020B0603020202020204" pitchFamily="34" charset="0"/>
                <a:cs typeface="Trebuchet MS"/>
              </a:rPr>
              <a:t>from</a:t>
            </a:r>
            <a:r>
              <a:rPr lang="en-US" sz="1100" spc="195" dirty="0">
                <a:latin typeface="Trebuchet MS" panose="020B0603020202020204" pitchFamily="34" charset="0"/>
                <a:cs typeface="Trebuchet MS"/>
              </a:rPr>
              <a:t> </a:t>
            </a:r>
            <a:r>
              <a:rPr lang="en-US" sz="1100" dirty="0">
                <a:latin typeface="Trebuchet MS" panose="020B0603020202020204" pitchFamily="34" charset="0"/>
                <a:cs typeface="Trebuchet MS"/>
              </a:rPr>
              <a:t>the</a:t>
            </a:r>
            <a:r>
              <a:rPr lang="en-US" sz="1100" spc="180" dirty="0">
                <a:latin typeface="Trebuchet MS" panose="020B0603020202020204" pitchFamily="34" charset="0"/>
                <a:cs typeface="Trebuchet MS"/>
              </a:rPr>
              <a:t> </a:t>
            </a:r>
            <a:r>
              <a:rPr lang="en-US" sz="1100" b="1" dirty="0">
                <a:latin typeface="Trebuchet MS" panose="020B0603020202020204" pitchFamily="34" charset="0"/>
                <a:cs typeface="Centaur Now Caption" pitchFamily="2" charset="0"/>
              </a:rPr>
              <a:t>Institute for Health Metrics and Evaluation (IHME)</a:t>
            </a:r>
            <a:r>
              <a:rPr lang="en-US" sz="1100" dirty="0">
                <a:latin typeface="Trebuchet MS" panose="020B0603020202020204" pitchFamily="34" charset="0"/>
                <a:cs typeface="Centaur Now Caption" pitchFamily="2" charset="0"/>
              </a:rPr>
              <a:t>. Under the </a:t>
            </a:r>
            <a:r>
              <a:rPr lang="en-US" sz="1100" b="1" dirty="0">
                <a:latin typeface="Trebuchet MS" panose="020B0603020202020204" pitchFamily="34" charset="0"/>
              </a:rPr>
              <a:t>Free-of-Charge Non-Commercial User Agreement</a:t>
            </a:r>
            <a:endParaRPr sz="1100" dirty="0">
              <a:latin typeface="Trebuchet MS" panose="020B0603020202020204" pitchFamily="34" charset="0"/>
              <a:cs typeface="Trebuchet MS"/>
            </a:endParaRPr>
          </a:p>
        </p:txBody>
      </p:sp>
      <p:sp>
        <p:nvSpPr>
          <p:cNvPr id="9" name="object 9"/>
          <p:cNvSpPr txBox="1">
            <a:spLocks noGrp="1"/>
          </p:cNvSpPr>
          <p:nvPr>
            <p:ph type="title"/>
          </p:nvPr>
        </p:nvSpPr>
        <p:spPr>
          <a:xfrm>
            <a:off x="201050" y="320280"/>
            <a:ext cx="8741899" cy="289823"/>
          </a:xfrm>
          <a:prstGeom prst="rect">
            <a:avLst/>
          </a:prstGeom>
        </p:spPr>
        <p:txBody>
          <a:bodyPr vert="horz" wrap="square" lIns="0" tIns="12700" rIns="0" bIns="0" rtlCol="0">
            <a:spAutoFit/>
          </a:bodyPr>
          <a:lstStyle/>
          <a:p>
            <a:pPr marL="12700">
              <a:lnSpc>
                <a:spcPct val="100000"/>
              </a:lnSpc>
              <a:spcBef>
                <a:spcPts val="100"/>
              </a:spcBef>
            </a:pPr>
            <a:r>
              <a:rPr lang="en-PK" dirty="0"/>
              <a:t>Italy Rolling Averages (5-year)</a:t>
            </a:r>
            <a:endParaRPr sz="1400" dirty="0"/>
          </a:p>
        </p:txBody>
      </p:sp>
      <p:sp>
        <p:nvSpPr>
          <p:cNvPr id="21" name="object 21"/>
          <p:cNvSpPr txBox="1"/>
          <p:nvPr/>
        </p:nvSpPr>
        <p:spPr>
          <a:xfrm>
            <a:off x="248449" y="819150"/>
            <a:ext cx="3707765" cy="2213426"/>
          </a:xfrm>
          <a:prstGeom prst="rect">
            <a:avLst/>
          </a:prstGeom>
        </p:spPr>
        <p:txBody>
          <a:bodyPr vert="horz" wrap="square" lIns="0" tIns="12700" rIns="0" bIns="0" rtlCol="0">
            <a:spAutoFit/>
          </a:bodyPr>
          <a:lstStyle/>
          <a:p>
            <a:r>
              <a:rPr lang="en-PK" sz="1100" dirty="0">
                <a:latin typeface="Trebuchet MS" panose="020B0603020202020204" pitchFamily="34" charset="0"/>
              </a:rPr>
              <a:t>The rolling-average plot smooths year-to-year fluctuations to reveal the underlying long-term trend of Italy's SDI.</a:t>
            </a:r>
            <a:br>
              <a:rPr lang="en-PK" sz="1100" dirty="0">
                <a:latin typeface="Trebuchet MS" panose="020B0603020202020204" pitchFamily="34" charset="0"/>
              </a:rPr>
            </a:br>
            <a:r>
              <a:rPr lang="en-PK" sz="1100" dirty="0">
                <a:latin typeface="Trebuchet MS" panose="020B0603020202020204" pitchFamily="34" charset="0"/>
              </a:rPr>
              <a:t>The 5-year moving average line clearly highlights Italy’s continuous upward progression while removing short-term irregularities caused by measurement noise or temporary demographic effects.</a:t>
            </a:r>
            <a:endParaRPr lang="en-US" sz="1100" dirty="0">
              <a:latin typeface="Trebuchet MS" panose="020B0603020202020204" pitchFamily="34" charset="0"/>
            </a:endParaRPr>
          </a:p>
          <a:p>
            <a:br>
              <a:rPr lang="en-PK" sz="1100" dirty="0">
                <a:latin typeface="Trebuchet MS" panose="020B0603020202020204" pitchFamily="34" charset="0"/>
              </a:rPr>
            </a:br>
            <a:r>
              <a:rPr lang="en-PK" sz="1100" dirty="0">
                <a:latin typeface="Trebuchet MS" panose="020B0603020202020204" pitchFamily="34" charset="0"/>
              </a:rPr>
              <a:t>The curve shows periods of accelerated progress (1950–1975), followed by a stable transition phase (1980–2000), and a slow but steady rise toward the high-SDI plateau in the 21st century.</a:t>
            </a:r>
            <a:br>
              <a:rPr lang="en-PK" sz="1100" dirty="0">
                <a:latin typeface="Trebuchet MS" panose="020B0603020202020204" pitchFamily="34" charset="0"/>
              </a:rPr>
            </a:br>
            <a:r>
              <a:rPr lang="en-PK" sz="1100" dirty="0">
                <a:latin typeface="Trebuchet MS" panose="020B0603020202020204" pitchFamily="34" charset="0"/>
              </a:rPr>
              <a:t>This smoothing emphasizes structural improvement in education, health, and demographic indicators.</a:t>
            </a:r>
          </a:p>
        </p:txBody>
      </p:sp>
      <p:pic>
        <p:nvPicPr>
          <p:cNvPr id="23" name="Picture 22" descr="A graph showing the growth of the stock market&#10;&#10;AI-generated content may be incorrect.">
            <a:extLst>
              <a:ext uri="{FF2B5EF4-FFF2-40B4-BE49-F238E27FC236}">
                <a16:creationId xmlns:a16="http://schemas.microsoft.com/office/drawing/2014/main" id="{787B0194-7D11-8673-8380-2C2863A15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946" y="620000"/>
            <a:ext cx="4716053" cy="31485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050" y="320280"/>
            <a:ext cx="8741899" cy="333352"/>
          </a:xfrm>
          <a:prstGeom prst="rect">
            <a:avLst/>
          </a:prstGeom>
        </p:spPr>
        <p:txBody>
          <a:bodyPr vert="horz" wrap="square" lIns="0" tIns="55808" rIns="0" bIns="0" rtlCol="0">
            <a:spAutoFit/>
          </a:bodyPr>
          <a:lstStyle/>
          <a:p>
            <a:pPr marL="338455">
              <a:lnSpc>
                <a:spcPct val="100000"/>
              </a:lnSpc>
              <a:spcBef>
                <a:spcPts val="100"/>
              </a:spcBef>
            </a:pPr>
            <a:r>
              <a:rPr lang="en-US" dirty="0"/>
              <a:t>Italy SDI Forecast (ARIMA) to 2035</a:t>
            </a:r>
            <a:endParaRPr sz="1700" dirty="0">
              <a:solidFill>
                <a:schemeClr val="accent6"/>
              </a:solidFill>
            </a:endParaRPr>
          </a:p>
        </p:txBody>
      </p:sp>
      <p:sp>
        <p:nvSpPr>
          <p:cNvPr id="3" name="object 3"/>
          <p:cNvSpPr txBox="1"/>
          <p:nvPr/>
        </p:nvSpPr>
        <p:spPr>
          <a:xfrm>
            <a:off x="457200" y="1047750"/>
            <a:ext cx="7700645" cy="3013646"/>
          </a:xfrm>
          <a:prstGeom prst="rect">
            <a:avLst/>
          </a:prstGeom>
        </p:spPr>
        <p:txBody>
          <a:bodyPr vert="horz" wrap="square" lIns="0" tIns="12700" rIns="0" bIns="0" rtlCol="0">
            <a:spAutoFit/>
          </a:bodyPr>
          <a:lstStyle/>
          <a:p>
            <a:r>
              <a:rPr lang="en-US" sz="1300" dirty="0">
                <a:latin typeface="Trebuchet MS" panose="020B0603020202020204" pitchFamily="34" charset="0"/>
              </a:rPr>
              <a:t>This analysis projects Italy’s SDI trajectory beyond observed data, offering an outlook up to 2035 using the ARIMA model.</a:t>
            </a:r>
            <a:br>
              <a:rPr lang="en-US" sz="1300" dirty="0">
                <a:latin typeface="Trebuchet MS" panose="020B0603020202020204" pitchFamily="34" charset="0"/>
              </a:rPr>
            </a:br>
            <a:r>
              <a:rPr lang="en-US" sz="1300" dirty="0">
                <a:latin typeface="Trebuchet MS" panose="020B0603020202020204" pitchFamily="34" charset="0"/>
              </a:rPr>
              <a:t>The model captures the long-term pattern of Italy’s SDI, which has steadily increased over decades with no major disruptions. The forecast indicates that this gradual upward trend is likely to continue, reflecting the characteristics of a mature, high-income country where development improvements are incremental rather than rapid.</a:t>
            </a:r>
            <a:br>
              <a:rPr lang="en-US" sz="1300" dirty="0">
                <a:latin typeface="Trebuchet MS" panose="020B0603020202020204" pitchFamily="34" charset="0"/>
              </a:rPr>
            </a:br>
            <a:r>
              <a:rPr lang="en-US" sz="1300" dirty="0">
                <a:latin typeface="Trebuchet MS" panose="020B0603020202020204" pitchFamily="34" charset="0"/>
              </a:rPr>
              <a:t>The projected curve follows the historical slope, showing no sharp acceleration or decline. This suggests that Italy’s demographic stability, high education levels, and robust healthcare system will continue to support steady development. While all forecasts carry uncertainty, the overall expectation is clear: Italy is likely to maintain moderate, sustainable SDI growth through the 2030s.</a:t>
            </a:r>
          </a:p>
          <a:p>
            <a:pPr marL="285750" indent="-285750">
              <a:buFont typeface="Arial" panose="020B0604020202020204" pitchFamily="34" charset="0"/>
              <a:buChar char="•"/>
            </a:pPr>
            <a:endParaRPr lang="en-US" sz="1300" dirty="0">
              <a:latin typeface="Trebuchet MS" panose="020B0603020202020204" pitchFamily="34" charset="0"/>
            </a:endParaRPr>
          </a:p>
          <a:p>
            <a:pPr marL="285750" lvl="0" indent="-285750">
              <a:buFont typeface="Arial" panose="020B0604020202020204" pitchFamily="34" charset="0"/>
              <a:buChar char="•"/>
            </a:pPr>
            <a:r>
              <a:rPr lang="en-PK" sz="1300" dirty="0">
                <a:latin typeface="Trebuchet MS" panose="020B0603020202020204" pitchFamily="34" charset="0"/>
              </a:rPr>
              <a:t>Italy’s SDI is projected to increase gradually in future decades.</a:t>
            </a:r>
          </a:p>
          <a:p>
            <a:pPr marL="285750" lvl="0" indent="-285750">
              <a:buFont typeface="Arial" panose="020B0604020202020204" pitchFamily="34" charset="0"/>
              <a:buChar char="•"/>
            </a:pPr>
            <a:r>
              <a:rPr lang="en-PK" sz="1300" dirty="0">
                <a:latin typeface="Trebuchet MS" panose="020B0603020202020204" pitchFamily="34" charset="0"/>
              </a:rPr>
              <a:t>The trend remains stable, without major expected downturns.</a:t>
            </a:r>
          </a:p>
          <a:p>
            <a:pPr marL="285750" lvl="0" indent="-285750">
              <a:buFont typeface="Arial" panose="020B0604020202020204" pitchFamily="34" charset="0"/>
              <a:buChar char="•"/>
            </a:pPr>
            <a:r>
              <a:rPr lang="en-PK" sz="1300" dirty="0">
                <a:latin typeface="Trebuchet MS" panose="020B0603020202020204" pitchFamily="34" charset="0"/>
              </a:rPr>
              <a:t>Confirms long-term resilience of Italy’s social development trajectory.</a:t>
            </a:r>
          </a:p>
          <a:p>
            <a:pPr marL="285750" indent="-285750">
              <a:buFont typeface="Arial" panose="020B0604020202020204" pitchFamily="34" charset="0"/>
              <a:buChar char="•"/>
            </a:pPr>
            <a:endParaRPr lang="en-US" sz="1300" dirty="0">
              <a:latin typeface="Trebuchet MS" panose="020B0603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descr="A graph with a line&#10;&#10;AI-generated content may be incorrect.">
            <a:extLst>
              <a:ext uri="{FF2B5EF4-FFF2-40B4-BE49-F238E27FC236}">
                <a16:creationId xmlns:a16="http://schemas.microsoft.com/office/drawing/2014/main" id="{EEC9174B-1D45-8C9C-7B86-CD6ECB786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743" y="57150"/>
            <a:ext cx="8830513" cy="4648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5206" y="362880"/>
            <a:ext cx="5740400" cy="289823"/>
          </a:xfrm>
          <a:prstGeom prst="rect">
            <a:avLst/>
          </a:prstGeom>
        </p:spPr>
        <p:txBody>
          <a:bodyPr vert="horz" wrap="square" lIns="0" tIns="12700" rIns="0" bIns="0" rtlCol="0">
            <a:spAutoFit/>
          </a:bodyPr>
          <a:lstStyle/>
          <a:p>
            <a:pPr marL="12700">
              <a:lnSpc>
                <a:spcPct val="100000"/>
              </a:lnSpc>
              <a:spcBef>
                <a:spcPts val="100"/>
              </a:spcBef>
            </a:pPr>
            <a:r>
              <a:rPr lang="en-PK" dirty="0"/>
              <a:t>Italy SDI Rolling Averages (5-year, 10-year, 20-year)</a:t>
            </a:r>
            <a:endParaRPr spc="-10" dirty="0">
              <a:solidFill>
                <a:srgbClr val="D66B55"/>
              </a:solidFill>
            </a:endParaRPr>
          </a:p>
        </p:txBody>
      </p:sp>
      <p:sp>
        <p:nvSpPr>
          <p:cNvPr id="3" name="object 3"/>
          <p:cNvSpPr txBox="1"/>
          <p:nvPr/>
        </p:nvSpPr>
        <p:spPr>
          <a:xfrm>
            <a:off x="533400" y="742950"/>
            <a:ext cx="7618095" cy="4475584"/>
          </a:xfrm>
          <a:prstGeom prst="rect">
            <a:avLst/>
          </a:prstGeom>
        </p:spPr>
        <p:txBody>
          <a:bodyPr vert="horz" wrap="square" lIns="0" tIns="12700" rIns="0" bIns="0" rtlCol="0">
            <a:spAutoFit/>
          </a:bodyPr>
          <a:lstStyle/>
          <a:p>
            <a:r>
              <a:rPr lang="en-PK" sz="1300" dirty="0">
                <a:latin typeface="Trebuchet MS" panose="020B0603020202020204" pitchFamily="34" charset="0"/>
              </a:rPr>
              <a:t>This visualization compares Italy’s SDI using multiple smoothing windows to highlight long- and short-term developmental dynamics.</a:t>
            </a:r>
            <a:endParaRPr lang="en-US" sz="1300" dirty="0">
              <a:latin typeface="Trebuchet MS" panose="020B0603020202020204" pitchFamily="34" charset="0"/>
            </a:endParaRPr>
          </a:p>
          <a:p>
            <a:endParaRPr lang="en-US" sz="1300" dirty="0">
              <a:latin typeface="Trebuchet MS" panose="020B0603020202020204" pitchFamily="34" charset="0"/>
            </a:endParaRPr>
          </a:p>
          <a:p>
            <a:r>
              <a:rPr lang="en-US" sz="1300" dirty="0">
                <a:latin typeface="Trebuchet MS" panose="020B0603020202020204" pitchFamily="34" charset="0"/>
              </a:rPr>
              <a:t>5-Year Window — Medium-Term Transitions</a:t>
            </a:r>
            <a:br>
              <a:rPr lang="en-PK" sz="1300" dirty="0">
                <a:latin typeface="Trebuchet MS" panose="020B0603020202020204" pitchFamily="34" charset="0"/>
              </a:rPr>
            </a:br>
            <a:r>
              <a:rPr lang="en-PK" sz="1300" dirty="0">
                <a:latin typeface="Trebuchet MS" panose="020B0603020202020204" pitchFamily="34" charset="0"/>
              </a:rPr>
              <a:t>The 5-year rolling average captures medium-term fluctuations, revealing the transitional phases during Italy’s modernization.</a:t>
            </a:r>
            <a:endParaRPr lang="en-US" sz="1300" dirty="0">
              <a:latin typeface="Trebuchet MS" panose="020B0603020202020204" pitchFamily="34" charset="0"/>
            </a:endParaRPr>
          </a:p>
          <a:p>
            <a:endParaRPr lang="en-US" sz="1300" b="1" dirty="0">
              <a:latin typeface="Trebuchet MS" panose="020B0603020202020204" pitchFamily="34" charset="0"/>
            </a:endParaRPr>
          </a:p>
          <a:p>
            <a:r>
              <a:rPr lang="en-US" sz="1300" b="1" dirty="0">
                <a:latin typeface="Trebuchet MS" panose="020B0603020202020204" pitchFamily="34" charset="0"/>
              </a:rPr>
              <a:t>10-Year Window — Structural Periods of Growth</a:t>
            </a:r>
          </a:p>
          <a:p>
            <a:r>
              <a:rPr lang="en-PK" sz="1300" dirty="0">
                <a:latin typeface="Trebuchet MS" panose="020B0603020202020204" pitchFamily="34" charset="0"/>
              </a:rPr>
              <a:t>The 10-year line provides a broader view, showing long-term phases of sustained growth, especially during the economic boom of the 1950s–1970s and the stabilization after the 1990s.</a:t>
            </a:r>
            <a:endParaRPr lang="en-US" sz="1300" dirty="0">
              <a:latin typeface="Trebuchet MS" panose="020B0603020202020204" pitchFamily="34" charset="0"/>
            </a:endParaRPr>
          </a:p>
          <a:p>
            <a:endParaRPr lang="en-US" sz="1300" dirty="0">
              <a:latin typeface="Trebuchet MS" panose="020B0603020202020204" pitchFamily="34" charset="0"/>
            </a:endParaRPr>
          </a:p>
          <a:p>
            <a:r>
              <a:rPr lang="en-US" sz="1300" b="1" dirty="0">
                <a:latin typeface="Trebuchet MS" panose="020B0603020202020204" pitchFamily="34" charset="0"/>
              </a:rPr>
              <a:t>20-Year Window — Deep Structural Trends</a:t>
            </a:r>
            <a:br>
              <a:rPr lang="en-PK" sz="1300" dirty="0">
                <a:latin typeface="Trebuchet MS" panose="020B0603020202020204" pitchFamily="34" charset="0"/>
              </a:rPr>
            </a:br>
            <a:r>
              <a:rPr lang="en-PK" sz="1300" dirty="0">
                <a:latin typeface="Trebuchet MS" panose="020B0603020202020204" pitchFamily="34" charset="0"/>
              </a:rPr>
              <a:t>The 20-year window smooths the series almost completely, showing the structural evolution of Italy’s development: rapid ascent from post-war conditions, gradual leveling, and slow upward drift in recent decades.</a:t>
            </a:r>
            <a:br>
              <a:rPr lang="en-PK" sz="1300" dirty="0">
                <a:latin typeface="Trebuchet MS" panose="020B0603020202020204" pitchFamily="34" charset="0"/>
              </a:rPr>
            </a:br>
            <a:r>
              <a:rPr lang="en-PK" sz="1300" dirty="0">
                <a:latin typeface="Trebuchet MS" panose="020B0603020202020204" pitchFamily="34" charset="0"/>
              </a:rPr>
              <a:t>Together, these layers reveal how Italy’s SDI growth transitions from fast, transformative improvements to slow, sustained stability characteristic of advanced nations.</a:t>
            </a:r>
            <a:endParaRPr lang="en-US" sz="1300" dirty="0">
              <a:latin typeface="Trebuchet MS" panose="020B0603020202020204" pitchFamily="34" charset="0"/>
            </a:endParaRPr>
          </a:p>
          <a:p>
            <a:endParaRPr lang="en-US" sz="1300" dirty="0">
              <a:latin typeface="Trebuchet MS" panose="020B0603020202020204" pitchFamily="34" charset="0"/>
            </a:endParaRPr>
          </a:p>
          <a:p>
            <a:pPr marL="285750" lvl="0" indent="-285750">
              <a:buFont typeface="Arial" panose="020B0604020202020204" pitchFamily="34" charset="0"/>
              <a:buChar char="•"/>
            </a:pPr>
            <a:r>
              <a:rPr lang="en-PK" sz="1300" dirty="0">
                <a:latin typeface="Trebuchet MS" panose="020B0603020202020204" pitchFamily="34" charset="0"/>
              </a:rPr>
              <a:t>Italy’s fastest development occurred before 1980.</a:t>
            </a:r>
          </a:p>
          <a:p>
            <a:pPr marL="285750" lvl="0" indent="-285750">
              <a:buFont typeface="Arial" panose="020B0604020202020204" pitchFamily="34" charset="0"/>
              <a:buChar char="•"/>
            </a:pPr>
            <a:r>
              <a:rPr lang="en-PK" sz="1300" dirty="0">
                <a:latin typeface="Trebuchet MS" panose="020B0603020202020204" pitchFamily="34" charset="0"/>
              </a:rPr>
              <a:t>After 1990, growth becomes slower but stable.</a:t>
            </a:r>
          </a:p>
          <a:p>
            <a:pPr marL="285750" lvl="0" indent="-285750">
              <a:buFont typeface="Arial" panose="020B0604020202020204" pitchFamily="34" charset="0"/>
              <a:buChar char="•"/>
            </a:pPr>
            <a:r>
              <a:rPr lang="en-PK" sz="1300" dirty="0">
                <a:latin typeface="Trebuchet MS" panose="020B0603020202020204" pitchFamily="34" charset="0"/>
              </a:rPr>
              <a:t>Rolling windows highlight the shift from rapid modernization to long-term maturity.</a:t>
            </a:r>
          </a:p>
          <a:p>
            <a:endParaRPr lang="en-PK" sz="1300" dirty="0">
              <a:latin typeface="Trebuchet MS" panose="020B0603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0D2F8A-3CC5-1D76-DBDA-4DD3FDDB5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0863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D03CED-9F29-C5F8-3305-59FD05663B30}"/>
              </a:ext>
            </a:extLst>
          </p:cNvPr>
          <p:cNvSpPr txBox="1"/>
          <p:nvPr/>
        </p:nvSpPr>
        <p:spPr>
          <a:xfrm>
            <a:off x="533400" y="786580"/>
            <a:ext cx="8458200" cy="4074449"/>
          </a:xfrm>
          <a:prstGeom prst="rect">
            <a:avLst/>
          </a:prstGeom>
          <a:noFill/>
        </p:spPr>
        <p:txBody>
          <a:bodyPr wrap="square">
            <a:spAutoFit/>
          </a:bodyPr>
          <a:lstStyle/>
          <a:p>
            <a:pPr>
              <a:lnSpc>
                <a:spcPct val="115000"/>
              </a:lnSpc>
              <a:spcAft>
                <a:spcPts val="800"/>
              </a:spcAft>
              <a:buNone/>
            </a:pPr>
            <a:r>
              <a:rPr lang="en-US" sz="1300" b="1" dirty="0">
                <a:latin typeface="Trebuchet MS" panose="020B0603020202020204" pitchFamily="34" charset="0"/>
              </a:rPr>
              <a:t>Italy Compared With Rapid-Growth Asian Economies</a:t>
            </a:r>
            <a:endParaRPr lang="en-US" sz="1300" b="1" kern="100" dirty="0">
              <a:effectLst/>
              <a:latin typeface="Trebuchet MS" panose="020B0603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This comparison places Italy alongside major Asian economies (China, </a:t>
            </a:r>
            <a:r>
              <a:rPr lang="en-PK" sz="1300" kern="100" dirty="0" err="1">
                <a:effectLst/>
                <a:latin typeface="Trebuchet MS" panose="020B0603020202020204" pitchFamily="34" charset="0"/>
                <a:ea typeface="Aptos" panose="020B0004020202020204" pitchFamily="34" charset="0"/>
                <a:cs typeface="Times New Roman" panose="02020603050405020304" pitchFamily="18" charset="0"/>
              </a:rPr>
              <a:t>India,Pakistan</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 Bangladesh, Thailand, Malaysia, Singapore, Iran).Italy begins the period at a more developed state, reflecting early</a:t>
            </a:r>
            <a:r>
              <a:rPr lang="en-US" sz="1300" kern="100" dirty="0">
                <a:effectLst/>
                <a:latin typeface="Trebuchet MS" panose="020B0603020202020204" pitchFamily="34" charset="0"/>
                <a:ea typeface="Aptos" panose="020B0004020202020204" pitchFamily="34" charset="0"/>
                <a:cs typeface="Times New Roman" panose="02020603050405020304" pitchFamily="18" charset="0"/>
              </a:rPr>
              <a:t> </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industrialization and post-war reconstruction.</a:t>
            </a:r>
            <a:br>
              <a:rPr lang="en-PK" sz="1300" kern="100" dirty="0">
                <a:effectLst/>
                <a:latin typeface="Trebuchet MS" panose="020B0603020202020204" pitchFamily="34" charset="0"/>
                <a:ea typeface="Aptos" panose="020B0004020202020204" pitchFamily="34" charset="0"/>
                <a:cs typeface="Times New Roman" panose="02020603050405020304" pitchFamily="18" charset="0"/>
              </a:rPr>
            </a:b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Many Asian countries start at significantly lower SDI levels but experience rapid acceleration — particularly China, Iran, Malaysia, and Thailand — demonstrating sizable economic and demographic transformations.</a:t>
            </a:r>
            <a:br>
              <a:rPr lang="en-PK" sz="1300" kern="100" dirty="0">
                <a:effectLst/>
                <a:latin typeface="Trebuchet MS" panose="020B0603020202020204" pitchFamily="34" charset="0"/>
                <a:ea typeface="Aptos" panose="020B0004020202020204" pitchFamily="34" charset="0"/>
                <a:cs typeface="Times New Roman" panose="02020603050405020304" pitchFamily="18" charset="0"/>
              </a:rPr>
            </a:b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By the 2000s, some countries narrow the gap substantially, while a few</a:t>
            </a:r>
            <a:r>
              <a:rPr lang="en-US" sz="1300" kern="100" dirty="0">
                <a:effectLst/>
                <a:latin typeface="Trebuchet MS" panose="020B0603020202020204" pitchFamily="34" charset="0"/>
                <a:ea typeface="Aptos" panose="020B0004020202020204" pitchFamily="34" charset="0"/>
                <a:cs typeface="Times New Roman" panose="02020603050405020304" pitchFamily="18" charset="0"/>
              </a:rPr>
              <a:t>,</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 </a:t>
            </a:r>
            <a:r>
              <a:rPr lang="en-US" sz="1300" kern="100" dirty="0">
                <a:latin typeface="Trebuchet MS" panose="020B0603020202020204" pitchFamily="34" charset="0"/>
                <a:ea typeface="Aptos" panose="020B0004020202020204" pitchFamily="34" charset="0"/>
                <a:cs typeface="Times New Roman" panose="02020603050405020304" pitchFamily="18" charset="0"/>
              </a:rPr>
              <a:t>for </a:t>
            </a:r>
            <a:r>
              <a:rPr lang="en-US" sz="1300" b="1" kern="100" dirty="0">
                <a:latin typeface="Trebuchet MS" panose="020B0603020202020204" pitchFamily="34" charset="0"/>
                <a:ea typeface="Aptos" panose="020B0004020202020204" pitchFamily="34" charset="0"/>
                <a:cs typeface="Times New Roman" panose="02020603050405020304" pitchFamily="18" charset="0"/>
              </a:rPr>
              <a:t>instance, </a:t>
            </a:r>
            <a:r>
              <a:rPr lang="en-PK" sz="1300" b="1" kern="100" dirty="0">
                <a:effectLst/>
                <a:latin typeface="Trebuchet MS" panose="020B0603020202020204" pitchFamily="34" charset="0"/>
                <a:ea typeface="Aptos" panose="020B0004020202020204" pitchFamily="34" charset="0"/>
                <a:cs typeface="Times New Roman" panose="02020603050405020304" pitchFamily="18" charset="0"/>
              </a:rPr>
              <a:t>Singapore</a:t>
            </a:r>
            <a:r>
              <a:rPr lang="en-US" sz="1300" b="1" kern="100" dirty="0">
                <a:effectLst/>
                <a:latin typeface="Trebuchet MS" panose="020B0603020202020204" pitchFamily="34" charset="0"/>
                <a:ea typeface="Aptos" panose="020B0004020202020204" pitchFamily="34" charset="0"/>
                <a:cs typeface="Times New Roman" panose="02020603050405020304" pitchFamily="18" charset="0"/>
              </a:rPr>
              <a:t> overtook</a:t>
            </a:r>
            <a:r>
              <a:rPr lang="en-PK" sz="1300" b="1" kern="100" dirty="0">
                <a:effectLst/>
                <a:latin typeface="Trebuchet MS" panose="020B0603020202020204" pitchFamily="34" charset="0"/>
                <a:ea typeface="Aptos" panose="020B0004020202020204" pitchFamily="34" charset="0"/>
                <a:cs typeface="Times New Roman" panose="02020603050405020304" pitchFamily="18" charset="0"/>
              </a:rPr>
              <a:t> Italy, </a:t>
            </a: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highlighting Asia’s dynamic development patterns.</a:t>
            </a:r>
            <a:br>
              <a:rPr lang="en-PK" sz="1300" kern="100" dirty="0">
                <a:effectLst/>
                <a:latin typeface="Trebuchet MS" panose="020B0603020202020204" pitchFamily="34" charset="0"/>
                <a:ea typeface="Aptos" panose="020B0004020202020204" pitchFamily="34" charset="0"/>
                <a:cs typeface="Times New Roman" panose="02020603050405020304" pitchFamily="18" charset="0"/>
              </a:rPr>
            </a:br>
            <a:r>
              <a:rPr lang="en-PK" sz="1300" kern="100" dirty="0">
                <a:effectLst/>
                <a:latin typeface="Trebuchet MS" panose="020B0603020202020204" pitchFamily="34" charset="0"/>
                <a:ea typeface="Aptos" panose="020B0004020202020204" pitchFamily="34" charset="0"/>
                <a:cs typeface="Times New Roman" panose="02020603050405020304" pitchFamily="18" charset="0"/>
              </a:rPr>
              <a:t>Italy’s line is smoother and more stable, typical of a mature socio-demographic profile, whereas the Asian countries display more varied and sometimes dramatic upward trajectories.</a:t>
            </a:r>
            <a:endParaRPr lang="en-US" sz="1300" kern="100" dirty="0">
              <a:effectLst/>
              <a:latin typeface="Trebuchet MS" panose="020B0603020202020204" pitchFamily="34" charset="0"/>
              <a:ea typeface="Aptos" panose="020B0004020202020204" pitchFamily="34" charset="0"/>
              <a:cs typeface="Times New Roman" panose="02020603050405020304" pitchFamily="18" charset="0"/>
            </a:endParaRPr>
          </a:p>
          <a:p>
            <a:pPr marL="285750" lvl="0" indent="-285750">
              <a:buFont typeface="Arial" panose="020B0604020202020204" pitchFamily="34" charset="0"/>
              <a:buChar char="•"/>
            </a:pPr>
            <a:r>
              <a:rPr lang="en-PK" sz="1300" dirty="0">
                <a:latin typeface="Trebuchet MS" panose="020B0603020202020204" pitchFamily="34" charset="0"/>
              </a:rPr>
              <a:t>Italy maintains high SDI levels consistently.</a:t>
            </a:r>
          </a:p>
          <a:p>
            <a:pPr marL="285750" lvl="0" indent="-285750">
              <a:buFont typeface="Arial" panose="020B0604020202020204" pitchFamily="34" charset="0"/>
              <a:buChar char="•"/>
            </a:pPr>
            <a:r>
              <a:rPr lang="en-PK" sz="1300" dirty="0">
                <a:latin typeface="Trebuchet MS" panose="020B0603020202020204" pitchFamily="34" charset="0"/>
              </a:rPr>
              <a:t>Several Asian countries show rapid catch-up, closing historical gaps.</a:t>
            </a:r>
          </a:p>
          <a:p>
            <a:pPr marL="285750" lvl="0" indent="-285750">
              <a:buFont typeface="Arial" panose="020B0604020202020204" pitchFamily="34" charset="0"/>
              <a:buChar char="•"/>
            </a:pPr>
            <a:r>
              <a:rPr lang="en-PK" sz="1300" dirty="0">
                <a:latin typeface="Trebuchet MS" panose="020B0603020202020204" pitchFamily="34" charset="0"/>
              </a:rPr>
              <a:t>Highlights contrasting development speeds across regions.</a:t>
            </a:r>
          </a:p>
          <a:p>
            <a:pPr>
              <a:lnSpc>
                <a:spcPct val="115000"/>
              </a:lnSpc>
              <a:spcAft>
                <a:spcPts val="800"/>
              </a:spcAft>
              <a:buNone/>
            </a:pPr>
            <a:endParaRPr lang="en-US" sz="1300" kern="100" dirty="0">
              <a:effectLst/>
              <a:latin typeface="Trebuchet MS" panose="020B0603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US" sz="1300" kern="100" dirty="0">
              <a:latin typeface="Trebuchet MS" panose="020B0603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PK" sz="1300" kern="100" dirty="0">
              <a:effectLst/>
              <a:latin typeface="Trebuchet MS" panose="020B0603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13A04B80-C738-0CB5-8DC0-189423625280}"/>
              </a:ext>
            </a:extLst>
          </p:cNvPr>
          <p:cNvSpPr txBox="1"/>
          <p:nvPr/>
        </p:nvSpPr>
        <p:spPr>
          <a:xfrm>
            <a:off x="685800" y="133351"/>
            <a:ext cx="7772400" cy="392736"/>
          </a:xfrm>
          <a:prstGeom prst="rect">
            <a:avLst/>
          </a:prstGeom>
          <a:noFill/>
        </p:spPr>
        <p:txBody>
          <a:bodyPr wrap="square">
            <a:spAutoFit/>
          </a:bodyPr>
          <a:lstStyle/>
          <a:p>
            <a:pPr>
              <a:lnSpc>
                <a:spcPct val="115000"/>
              </a:lnSpc>
              <a:spcAft>
                <a:spcPts val="800"/>
              </a:spcAft>
              <a:buNone/>
            </a:pPr>
            <a:r>
              <a:rPr lang="en-PK" sz="1800" b="1" kern="100" dirty="0">
                <a:solidFill>
                  <a:schemeClr val="bg1">
                    <a:lumMod val="50000"/>
                  </a:schemeClr>
                </a:solidFill>
                <a:effectLst/>
                <a:latin typeface="Trebuchet MS" panose="020B0603020202020204" pitchFamily="34" charset="0"/>
                <a:ea typeface="Aptos" panose="020B0004020202020204" pitchFamily="34" charset="0"/>
                <a:cs typeface="Times New Roman" panose="02020603050405020304" pitchFamily="18" charset="0"/>
              </a:rPr>
              <a:t>“Italy vs Selected Asian Countries — SDI (1950–2021)”</a:t>
            </a:r>
            <a:endParaRPr lang="en-PK" sz="2000" kern="100" dirty="0">
              <a:solidFill>
                <a:schemeClr val="bg1">
                  <a:lumMod val="50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4BB73D-4D11-5DA4-0430-15B6496C3E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3225" y="762878"/>
            <a:ext cx="3822700" cy="3441711"/>
          </a:xfrm>
          <a:prstGeom prst="rect">
            <a:avLst/>
          </a:prstGeom>
        </p:spPr>
        <p:txBody>
          <a:bodyPr vert="horz" wrap="square" lIns="0" tIns="12700" rIns="0" bIns="0" rtlCol="0">
            <a:spAutoFit/>
          </a:bodyPr>
          <a:lstStyle/>
          <a:p>
            <a:pPr marL="12700" marR="5080">
              <a:lnSpc>
                <a:spcPct val="114999"/>
              </a:lnSpc>
              <a:spcBef>
                <a:spcPts val="100"/>
              </a:spcBef>
            </a:pPr>
            <a:r>
              <a:rPr sz="1300" b="1" spc="-105" dirty="0">
                <a:latin typeface="Trebuchet MS" panose="020B0603020202020204" pitchFamily="34" charset="0"/>
                <a:cs typeface="Trebuchet MS"/>
              </a:rPr>
              <a:t>“</a:t>
            </a:r>
            <a:r>
              <a:rPr lang="en-US" sz="1300" dirty="0">
                <a:latin typeface="Trebuchet MS" panose="020B0603020202020204" pitchFamily="34" charset="0"/>
              </a:rPr>
              <a:t>From Global Burden of </a:t>
            </a:r>
            <a:r>
              <a:rPr lang="en-US" sz="1300" dirty="0" err="1">
                <a:latin typeface="Trebuchet MS" panose="020B0603020202020204" pitchFamily="34" charset="0"/>
              </a:rPr>
              <a:t>Diseaseto</a:t>
            </a:r>
            <a:r>
              <a:rPr lang="en-US" sz="1300" dirty="0">
                <a:latin typeface="Trebuchet MS" panose="020B0603020202020204" pitchFamily="34" charset="0"/>
              </a:rPr>
              <a:t> SDI Analysis: Socio-Demographic Index Trends (1950–2021)</a:t>
            </a:r>
            <a:r>
              <a:rPr sz="1300" b="1" spc="-10" dirty="0">
                <a:latin typeface="Trebuchet MS" panose="020B0603020202020204" pitchFamily="34" charset="0"/>
                <a:cs typeface="Trebuchet MS"/>
              </a:rPr>
              <a:t>”</a:t>
            </a:r>
            <a:endParaRPr sz="1300" dirty="0">
              <a:latin typeface="Trebuchet MS" panose="020B0603020202020204" pitchFamily="34" charset="0"/>
              <a:cs typeface="Trebuchet MS"/>
            </a:endParaRPr>
          </a:p>
          <a:p>
            <a:pPr marL="12700">
              <a:lnSpc>
                <a:spcPct val="100000"/>
              </a:lnSpc>
              <a:spcBef>
                <a:spcPts val="229"/>
              </a:spcBef>
            </a:pPr>
            <a:r>
              <a:rPr sz="1300" dirty="0">
                <a:latin typeface="Trebuchet MS" panose="020B0603020202020204" pitchFamily="34" charset="0"/>
                <a:cs typeface="Trebuchet MS"/>
              </a:rPr>
              <a:t>by</a:t>
            </a:r>
            <a:r>
              <a:rPr sz="1300" spc="225" dirty="0">
                <a:latin typeface="Trebuchet MS" panose="020B0603020202020204" pitchFamily="34" charset="0"/>
                <a:cs typeface="Trebuchet MS"/>
              </a:rPr>
              <a:t> </a:t>
            </a:r>
            <a:r>
              <a:rPr lang="en-US" sz="1300" b="1" spc="65" dirty="0">
                <a:latin typeface="Trebuchet MS" panose="020B0603020202020204" pitchFamily="34" charset="0"/>
                <a:cs typeface="Trebuchet MS"/>
              </a:rPr>
              <a:t>Abdul Sami</a:t>
            </a:r>
            <a:endParaRPr sz="1300" dirty="0">
              <a:latin typeface="Trebuchet MS" panose="020B0603020202020204" pitchFamily="34" charset="0"/>
              <a:cs typeface="Trebuchet MS"/>
            </a:endParaRPr>
          </a:p>
          <a:p>
            <a:pPr marL="12700" marR="5080">
              <a:lnSpc>
                <a:spcPct val="114999"/>
              </a:lnSpc>
              <a:spcBef>
                <a:spcPts val="1200"/>
              </a:spcBef>
            </a:pPr>
            <a:r>
              <a:rPr lang="en-US" sz="1300" dirty="0">
                <a:latin typeface="Trebuchet MS" panose="020B0603020202020204" pitchFamily="34" charset="0"/>
              </a:rPr>
              <a:t>Developed using data from the Institute for Health Metrics and Evaluation (IHME) Global Burden of Disease Study 2021 (GBD 2021), with charts and analyses produced in Python (Pandas, Matplotlib, Seaborn).</a:t>
            </a:r>
          </a:p>
          <a:p>
            <a:pPr marL="12700" marR="5080">
              <a:lnSpc>
                <a:spcPct val="114999"/>
              </a:lnSpc>
              <a:spcBef>
                <a:spcPts val="1200"/>
              </a:spcBef>
            </a:pPr>
            <a:r>
              <a:rPr sz="1300" spc="55" dirty="0">
                <a:latin typeface="Trebuchet MS" panose="020B0603020202020204" pitchFamily="34" charset="0"/>
                <a:cs typeface="Trebuchet MS"/>
              </a:rPr>
              <a:t>This</a:t>
            </a:r>
            <a:r>
              <a:rPr sz="1300" spc="270" dirty="0">
                <a:latin typeface="Trebuchet MS" panose="020B0603020202020204" pitchFamily="34" charset="0"/>
                <a:cs typeface="Trebuchet MS"/>
              </a:rPr>
              <a:t> </a:t>
            </a:r>
            <a:r>
              <a:rPr sz="1300" dirty="0">
                <a:latin typeface="Trebuchet MS" panose="020B0603020202020204" pitchFamily="34" charset="0"/>
                <a:cs typeface="Trebuchet MS"/>
              </a:rPr>
              <a:t>material</a:t>
            </a:r>
            <a:r>
              <a:rPr sz="1300" spc="275" dirty="0">
                <a:latin typeface="Trebuchet MS" panose="020B0603020202020204" pitchFamily="34" charset="0"/>
                <a:cs typeface="Trebuchet MS"/>
              </a:rPr>
              <a:t> </a:t>
            </a:r>
            <a:r>
              <a:rPr sz="1300" spc="195" dirty="0">
                <a:latin typeface="Trebuchet MS" panose="020B0603020202020204" pitchFamily="34" charset="0"/>
                <a:cs typeface="Trebuchet MS"/>
              </a:rPr>
              <a:t>is</a:t>
            </a:r>
            <a:r>
              <a:rPr sz="1300" spc="270" dirty="0">
                <a:latin typeface="Trebuchet MS" panose="020B0603020202020204" pitchFamily="34" charset="0"/>
                <a:cs typeface="Trebuchet MS"/>
              </a:rPr>
              <a:t> </a:t>
            </a:r>
            <a:r>
              <a:rPr sz="1300" spc="60" dirty="0">
                <a:latin typeface="Trebuchet MS" panose="020B0603020202020204" pitchFamily="34" charset="0"/>
                <a:cs typeface="Trebuchet MS"/>
              </a:rPr>
              <a:t>distributed</a:t>
            </a:r>
            <a:r>
              <a:rPr sz="1300" spc="275" dirty="0">
                <a:latin typeface="Trebuchet MS" panose="020B0603020202020204" pitchFamily="34" charset="0"/>
                <a:cs typeface="Trebuchet MS"/>
              </a:rPr>
              <a:t> </a:t>
            </a:r>
            <a:r>
              <a:rPr sz="1300" dirty="0">
                <a:latin typeface="Trebuchet MS" panose="020B0603020202020204" pitchFamily="34" charset="0"/>
                <a:cs typeface="Trebuchet MS"/>
              </a:rPr>
              <a:t>under</a:t>
            </a:r>
            <a:r>
              <a:rPr sz="1300" spc="270" dirty="0">
                <a:latin typeface="Trebuchet MS" panose="020B0603020202020204" pitchFamily="34" charset="0"/>
                <a:cs typeface="Trebuchet MS"/>
              </a:rPr>
              <a:t> </a:t>
            </a:r>
            <a:r>
              <a:rPr sz="1300" dirty="0">
                <a:latin typeface="Trebuchet MS" panose="020B0603020202020204" pitchFamily="34" charset="0"/>
                <a:cs typeface="Trebuchet MS"/>
              </a:rPr>
              <a:t>a</a:t>
            </a:r>
            <a:r>
              <a:rPr sz="1300" spc="265" dirty="0">
                <a:latin typeface="Trebuchet MS" panose="020B0603020202020204" pitchFamily="34" charset="0"/>
                <a:cs typeface="Trebuchet MS"/>
              </a:rPr>
              <a:t> </a:t>
            </a:r>
            <a:r>
              <a:rPr sz="1300" b="1" spc="-10" dirty="0">
                <a:latin typeface="Trebuchet MS" panose="020B0603020202020204" pitchFamily="34" charset="0"/>
                <a:cs typeface="Trebuchet MS"/>
              </a:rPr>
              <a:t>Creative </a:t>
            </a:r>
            <a:r>
              <a:rPr sz="1300" b="1" spc="-160" dirty="0">
                <a:latin typeface="Trebuchet MS" panose="020B0603020202020204" pitchFamily="34" charset="0"/>
                <a:cs typeface="Trebuchet MS"/>
              </a:rPr>
              <a:t>Commons</a:t>
            </a:r>
            <a:r>
              <a:rPr sz="1300" b="1" spc="120" dirty="0">
                <a:latin typeface="Trebuchet MS" panose="020B0603020202020204" pitchFamily="34" charset="0"/>
                <a:cs typeface="Trebuchet MS"/>
              </a:rPr>
              <a:t> </a:t>
            </a:r>
            <a:r>
              <a:rPr sz="1300" b="1" spc="-50" dirty="0">
                <a:latin typeface="Trebuchet MS" panose="020B0603020202020204" pitchFamily="34" charset="0"/>
                <a:cs typeface="Trebuchet MS"/>
              </a:rPr>
              <a:t>CC</a:t>
            </a:r>
            <a:r>
              <a:rPr sz="1300" b="1" spc="120" dirty="0">
                <a:latin typeface="Trebuchet MS" panose="020B0603020202020204" pitchFamily="34" charset="0"/>
                <a:cs typeface="Trebuchet MS"/>
              </a:rPr>
              <a:t> </a:t>
            </a:r>
            <a:r>
              <a:rPr sz="1300" b="1" spc="-70" dirty="0">
                <a:latin typeface="Trebuchet MS" panose="020B0603020202020204" pitchFamily="34" charset="0"/>
                <a:cs typeface="Trebuchet MS"/>
              </a:rPr>
              <a:t>BY-NC-</a:t>
            </a:r>
            <a:r>
              <a:rPr sz="1300" b="1" dirty="0">
                <a:latin typeface="Trebuchet MS" panose="020B0603020202020204" pitchFamily="34" charset="0"/>
                <a:cs typeface="Trebuchet MS"/>
              </a:rPr>
              <a:t>SA</a:t>
            </a:r>
            <a:r>
              <a:rPr sz="1300" b="1" spc="120" dirty="0">
                <a:latin typeface="Trebuchet MS" panose="020B0603020202020204" pitchFamily="34" charset="0"/>
                <a:cs typeface="Trebuchet MS"/>
              </a:rPr>
              <a:t> </a:t>
            </a:r>
            <a:r>
              <a:rPr sz="1300" b="1" dirty="0">
                <a:latin typeface="Trebuchet MS" panose="020B0603020202020204" pitchFamily="34" charset="0"/>
                <a:cs typeface="Trebuchet MS"/>
              </a:rPr>
              <a:t>4.0</a:t>
            </a:r>
            <a:r>
              <a:rPr sz="1300" b="1" spc="114" dirty="0">
                <a:latin typeface="Trebuchet MS" panose="020B0603020202020204" pitchFamily="34" charset="0"/>
                <a:cs typeface="Trebuchet MS"/>
              </a:rPr>
              <a:t> </a:t>
            </a:r>
            <a:r>
              <a:rPr sz="1300" spc="65" dirty="0">
                <a:latin typeface="Trebuchet MS" panose="020B0603020202020204" pitchFamily="34" charset="0"/>
                <a:cs typeface="Trebuchet MS"/>
              </a:rPr>
              <a:t>license.</a:t>
            </a:r>
            <a:endParaRPr sz="1300" dirty="0">
              <a:latin typeface="Trebuchet MS" panose="020B0603020202020204" pitchFamily="34" charset="0"/>
              <a:cs typeface="Trebuchet MS"/>
            </a:endParaRPr>
          </a:p>
          <a:p>
            <a:pPr marL="12700" marR="335280">
              <a:lnSpc>
                <a:spcPct val="114999"/>
              </a:lnSpc>
              <a:spcBef>
                <a:spcPts val="1200"/>
              </a:spcBef>
            </a:pPr>
            <a:r>
              <a:rPr sz="1300" b="1" dirty="0">
                <a:latin typeface="Trebuchet MS" panose="020B0603020202020204" pitchFamily="34" charset="0"/>
                <a:cs typeface="Trebuchet MS"/>
              </a:rPr>
              <a:t>Data</a:t>
            </a:r>
            <a:r>
              <a:rPr sz="1300" b="1" spc="200" dirty="0">
                <a:latin typeface="Trebuchet MS" panose="020B0603020202020204" pitchFamily="34" charset="0"/>
                <a:cs typeface="Trebuchet MS"/>
              </a:rPr>
              <a:t> </a:t>
            </a:r>
            <a:r>
              <a:rPr sz="1300" b="1" dirty="0">
                <a:latin typeface="Trebuchet MS" panose="020B0603020202020204" pitchFamily="34" charset="0"/>
                <a:cs typeface="Trebuchet MS"/>
              </a:rPr>
              <a:t>source:</a:t>
            </a:r>
            <a:r>
              <a:rPr sz="1300" b="1" spc="195" dirty="0">
                <a:latin typeface="Trebuchet MS" panose="020B0603020202020204" pitchFamily="34" charset="0"/>
                <a:cs typeface="Trebuchet MS"/>
              </a:rPr>
              <a:t> </a:t>
            </a:r>
            <a:r>
              <a:rPr lang="en-US" sz="1300" dirty="0">
                <a:latin typeface="Trebuchet MS" panose="020B0603020202020204" pitchFamily="34" charset="0"/>
                <a:cs typeface="Trebuchet MS"/>
              </a:rPr>
              <a:t>the</a:t>
            </a:r>
            <a:r>
              <a:rPr lang="en-US" sz="1300" spc="180" dirty="0">
                <a:latin typeface="Trebuchet MS" panose="020B0603020202020204" pitchFamily="34" charset="0"/>
                <a:cs typeface="Trebuchet MS"/>
              </a:rPr>
              <a:t> </a:t>
            </a:r>
            <a:r>
              <a:rPr lang="en-US" sz="1300" b="1" dirty="0">
                <a:latin typeface="Trebuchet MS" panose="020B0603020202020204" pitchFamily="34" charset="0"/>
                <a:cs typeface="Centaur Now Caption" pitchFamily="2" charset="0"/>
              </a:rPr>
              <a:t>Institute for Health Metrics and Evaluation (IHME)</a:t>
            </a:r>
            <a:r>
              <a:rPr lang="en-US" sz="1300" dirty="0">
                <a:latin typeface="Trebuchet MS" panose="020B0603020202020204" pitchFamily="34" charset="0"/>
                <a:cs typeface="Centaur Now Caption" pitchFamily="2" charset="0"/>
              </a:rPr>
              <a:t>. Under the </a:t>
            </a:r>
            <a:r>
              <a:rPr lang="en-US" sz="1300" b="1" dirty="0">
                <a:latin typeface="Trebuchet MS" panose="020B0603020202020204" pitchFamily="34" charset="0"/>
              </a:rPr>
              <a:t>Free-of-Charge Non-Commercial User Agreement</a:t>
            </a:r>
            <a:endParaRPr sz="1300" dirty="0">
              <a:latin typeface="Trebuchet MS" panose="020B0603020202020204" pitchFamily="34" charset="0"/>
              <a:cs typeface="Trebuchet MS"/>
            </a:endParaRPr>
          </a:p>
        </p:txBody>
      </p:sp>
      <p:sp>
        <p:nvSpPr>
          <p:cNvPr id="6" name="TextBox 5">
            <a:extLst>
              <a:ext uri="{FF2B5EF4-FFF2-40B4-BE49-F238E27FC236}">
                <a16:creationId xmlns:a16="http://schemas.microsoft.com/office/drawing/2014/main" id="{1DC1B9DD-CBCD-F74C-BA8A-3F20239BAF85}"/>
              </a:ext>
            </a:extLst>
          </p:cNvPr>
          <p:cNvSpPr txBox="1"/>
          <p:nvPr/>
        </p:nvSpPr>
        <p:spPr>
          <a:xfrm>
            <a:off x="76200" y="4380621"/>
            <a:ext cx="4495800" cy="292388"/>
          </a:xfrm>
          <a:prstGeom prst="rect">
            <a:avLst/>
          </a:prstGeom>
          <a:noFill/>
        </p:spPr>
        <p:txBody>
          <a:bodyPr wrap="square">
            <a:spAutoFit/>
          </a:bodyPr>
          <a:lstStyle/>
          <a:p>
            <a:r>
              <a:rPr lang="en-US" sz="1300" dirty="0">
                <a:latin typeface="Trebuchet MS" panose="020B0603020202020204" pitchFamily="34" charset="0"/>
              </a:rPr>
              <a:t>Global Burden of Disease Study 2021 (SDI) dataset </a:t>
            </a:r>
            <a:r>
              <a:rPr lang="en-US" sz="1300" dirty="0">
                <a:latin typeface="Trebuchet MS" panose="020B0603020202020204" pitchFamily="34" charset="0"/>
                <a:hlinkClick r:id="rId2"/>
              </a:rPr>
              <a:t>Click</a:t>
            </a:r>
            <a:endParaRPr lang="en-PK" sz="1300" dirty="0">
              <a:latin typeface="Trebuchet MS" panose="020B0603020202020204" pitchFamily="34" charset="0"/>
            </a:endParaRPr>
          </a:p>
        </p:txBody>
      </p:sp>
      <p:pic>
        <p:nvPicPr>
          <p:cNvPr id="8" name="Picture 7">
            <a:extLst>
              <a:ext uri="{FF2B5EF4-FFF2-40B4-BE49-F238E27FC236}">
                <a16:creationId xmlns:a16="http://schemas.microsoft.com/office/drawing/2014/main" id="{852C3CCF-1EE0-B559-D980-E402E8FC5571}"/>
              </a:ext>
            </a:extLst>
          </p:cNvPr>
          <p:cNvPicPr>
            <a:picLocks noChangeAspect="1"/>
          </p:cNvPicPr>
          <p:nvPr/>
        </p:nvPicPr>
        <p:blipFill>
          <a:blip r:embed="rId3"/>
          <a:srcRect t="4445" r="-1047"/>
          <a:stretch>
            <a:fillRect/>
          </a:stretch>
        </p:blipFill>
        <p:spPr>
          <a:xfrm>
            <a:off x="4544786" y="133350"/>
            <a:ext cx="4599214" cy="4876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DE9793C88054B74BB9CB2A8F477213FB" ma:contentTypeVersion="4" ma:contentTypeDescription="Creare un nuovo documento." ma:contentTypeScope="" ma:versionID="e3cd88dee73fc47af6262ff19dd9f095">
  <xsd:schema xmlns:xsd="http://www.w3.org/2001/XMLSchema" xmlns:xs="http://www.w3.org/2001/XMLSchema" xmlns:p="http://schemas.microsoft.com/office/2006/metadata/properties" xmlns:ns3="afc3bcc7-567a-420e-9ee1-b15eb7f84358" targetNamespace="http://schemas.microsoft.com/office/2006/metadata/properties" ma:root="true" ma:fieldsID="85f1f2d45e465211550f75cbd5586ac7" ns3:_="">
    <xsd:import namespace="afc3bcc7-567a-420e-9ee1-b15eb7f8435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3bcc7-567a-420e-9ee1-b15eb7f8435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2DAFCC-09B7-4176-83DC-CEF59BD05CBE}">
  <ds:schemaRefs>
    <ds:schemaRef ds:uri="http://schemas.openxmlformats.org/package/2006/metadata/core-properties"/>
    <ds:schemaRef ds:uri="http://www.w3.org/XML/1998/namespace"/>
    <ds:schemaRef ds:uri="http://purl.org/dc/elements/1.1/"/>
    <ds:schemaRef ds:uri="http://schemas.microsoft.com/office/2006/metadata/properties"/>
    <ds:schemaRef ds:uri="http://purl.org/dc/terms/"/>
    <ds:schemaRef ds:uri="http://purl.org/dc/dcmitype/"/>
    <ds:schemaRef ds:uri="http://schemas.microsoft.com/office/2006/documentManagement/types"/>
    <ds:schemaRef ds:uri="http://schemas.microsoft.com/office/infopath/2007/PartnerControls"/>
    <ds:schemaRef ds:uri="afc3bcc7-567a-420e-9ee1-b15eb7f84358"/>
  </ds:schemaRefs>
</ds:datastoreItem>
</file>

<file path=customXml/itemProps2.xml><?xml version="1.0" encoding="utf-8"?>
<ds:datastoreItem xmlns:ds="http://schemas.openxmlformats.org/officeDocument/2006/customXml" ds:itemID="{E7B7D71A-410E-4115-9863-627C19F957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c3bcc7-567a-420e-9ee1-b15eb7f843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57E68A-57F5-4B7E-B48B-DD006C97B5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264</TotalTime>
  <Words>2825</Words>
  <Application>Microsoft Office PowerPoint</Application>
  <PresentationFormat>On-screen Show (16:9)</PresentationFormat>
  <Paragraphs>159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Arial MT</vt:lpstr>
      <vt:lpstr>Centaur Now Caption</vt:lpstr>
      <vt:lpstr>Trebuchet MS</vt:lpstr>
      <vt:lpstr>Office Theme</vt:lpstr>
      <vt:lpstr>PowerPoint Presentation</vt:lpstr>
      <vt:lpstr>Data Visualization Pitch Abdul Sami</vt:lpstr>
      <vt:lpstr>Questions</vt:lpstr>
      <vt:lpstr>About the DATA</vt:lpstr>
      <vt:lpstr>Insights from the Data</vt:lpstr>
      <vt:lpstr>Global Trends in SDI (1950–2021)</vt:lpstr>
      <vt:lpstr>Global SDI Landscape (2021)</vt:lpstr>
      <vt:lpstr>SDI Spread Across Countries (2021)</vt:lpstr>
      <vt:lpstr>Top vs Bottom 10 SDI Countries (2021)</vt:lpstr>
      <vt:lpstr>Long-Term SDI Evolution for Major Countries</vt:lpstr>
      <vt:lpstr>Top 10 Countries by Total SDI Change (1950–2021)</vt:lpstr>
      <vt:lpstr>Italy’s Development Trajectory (1950–2021)</vt:lpstr>
      <vt:lpstr>SDI Trend for EU Countries (1950–2021)</vt:lpstr>
      <vt:lpstr>Italy Rolling Averages (5-year)</vt:lpstr>
      <vt:lpstr>Italy SDI Forecast (ARIMA) to 2035</vt:lpstr>
      <vt:lpstr>PowerPoint Presentation</vt:lpstr>
      <vt:lpstr>Italy SDI Rolling Averages (5-year, 10-year, 20-year)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a.sami7@campus.unimib.it</cp:lastModifiedBy>
  <cp:revision>4</cp:revision>
  <dcterms:created xsi:type="dcterms:W3CDTF">2025-11-29T15:50:49Z</dcterms:created>
  <dcterms:modified xsi:type="dcterms:W3CDTF">2025-12-17T16:29:18Z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2025-11-20T00:00:00Z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2025-11-20T00:00:00Z</vt:filetime>
  </property>
  <property fmtid="{D5CDD505-2E9C-101B-9397-08002B2CF9AE}" pid="6" name="ContentTypeId">
    <vt:lpwstr>0x010100DE9793C88054B74BB9CB2A8F477213FB</vt:lpwstr>
  </property>
</Properties>
</file>